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4" r:id="rId9"/>
    <p:sldId id="266" r:id="rId10"/>
  </p:sldIdLst>
  <p:sldSz cx="12192000" cy="6858000"/>
  <p:notesSz cx="6858000" cy="9144000"/>
  <p:defaultTextStyle>
    <a:defPPr>
      <a:defRPr lang="en-US"/>
    </a:defPPr>
    <a:lvl1pPr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2978"/>
    <p:restoredTop sz="94718"/>
  </p:normalViewPr>
  <p:slideViewPr>
    <p:cSldViewPr snapToGrid="0">
      <p:cViewPr varScale="1">
        <p:scale>
          <a:sx n="138" d="100"/>
          <a:sy n="138" d="100"/>
        </p:scale>
        <p:origin x="1552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Presentar MockupTool como modulo operativo de maquetas visuales, separado del arte final.</a:t>
            </a:r>
          </a:p>
          <a:p>
            <a:r>
              <a:t>La promesa central es validar primero, generar solo faltantes y dejar ruta consultable.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Enfatizar que la herramienta reduce busquedas y ambiguedad operativa.</a:t>
            </a:r>
          </a:p>
          <a:p>
            <a:r>
              <a:t>No hablar todavia de tecnologia; primero dejar claro el dolor del flujo manual.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Esta slide debe diferenciar el flujo real del repo: Validar trabaja en memoria.</a:t>
            </a:r>
          </a:p>
          <a:p>
            <a:r>
              <a:t>Generar siempre vuelve a validar, por eso no depende de un plan viejo.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Usar esta slide para aclarar OD vs Genericas y los nuevos A1500/Y1500 shorts.</a:t>
            </a:r>
          </a:p>
          <a:p>
            <a:r>
              <a:t>Genericas se apoya en catalogo de variantes; no hardcodea todo desde el Excel.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No vender Validar como vista previa solamente: es el plan de produccion.</a:t>
            </a:r>
          </a:p>
          <a:p>
            <a:r>
              <a:t>La bandera impreso vive separada del estado de generacion.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Aclarar que esta es una maqueta para revision y consulta, no el archivo final productivo.</a:t>
            </a:r>
          </a:p>
          <a:p>
            <a:r>
              <a:t>Mencionar que las firmas SVG se bloquean si no hay version raster.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Corregir cualquier duda: Genericas ya usa la carpeta fisica del Excel como raiz.</a:t>
            </a:r>
          </a:p>
          <a:p>
            <a:r>
              <a:t>El valor de path persistido evita reconstruir rutas en Control Center.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 err="1"/>
              <a:t>Subrayar</a:t>
            </a:r>
            <a:r>
              <a:rPr dirty="0"/>
              <a:t> que </a:t>
            </a:r>
            <a:r>
              <a:rPr dirty="0" err="1"/>
              <a:t>impreso</a:t>
            </a:r>
            <a:r>
              <a:rPr dirty="0"/>
              <a:t>=1 </a:t>
            </a:r>
            <a:r>
              <a:rPr dirty="0" err="1"/>
              <a:t>significa</a:t>
            </a:r>
            <a:r>
              <a:rPr dirty="0"/>
              <a:t> </a:t>
            </a:r>
            <a:r>
              <a:rPr dirty="0" err="1"/>
              <a:t>aceptado</a:t>
            </a:r>
            <a:r>
              <a:rPr dirty="0"/>
              <a:t> </a:t>
            </a:r>
            <a:r>
              <a:rPr dirty="0" err="1"/>
              <a:t>por</a:t>
            </a:r>
            <a:r>
              <a:rPr dirty="0"/>
              <a:t> macOS, no </a:t>
            </a:r>
            <a:r>
              <a:rPr dirty="0" err="1"/>
              <a:t>garantia</a:t>
            </a:r>
            <a:r>
              <a:rPr dirty="0"/>
              <a:t> </a:t>
            </a:r>
            <a:r>
              <a:rPr dirty="0" err="1"/>
              <a:t>fisica</a:t>
            </a:r>
            <a:r>
              <a:rPr dirty="0"/>
              <a:t>.</a:t>
            </a:r>
          </a:p>
          <a:p>
            <a:r>
              <a:rPr dirty="0"/>
              <a:t>Items SIN REGISTRO no se </a:t>
            </a:r>
            <a:r>
              <a:rPr dirty="0" err="1"/>
              <a:t>mandan</a:t>
            </a:r>
            <a:r>
              <a:rPr dirty="0"/>
              <a:t> </a:t>
            </a:r>
            <a:r>
              <a:rPr dirty="0" err="1"/>
              <a:t>por</a:t>
            </a:r>
            <a:r>
              <a:rPr dirty="0"/>
              <a:t> </a:t>
            </a:r>
            <a:r>
              <a:rPr dirty="0" err="1"/>
              <a:t>defecto</a:t>
            </a:r>
            <a:r>
              <a:rPr dirty="0"/>
              <a:t> </a:t>
            </a:r>
            <a:r>
              <a:rPr dirty="0" err="1"/>
              <a:t>porque</a:t>
            </a:r>
            <a:r>
              <a:rPr dirty="0"/>
              <a:t> no hay clave que </a:t>
            </a:r>
            <a:r>
              <a:rPr dirty="0" err="1"/>
              <a:t>actualizar</a:t>
            </a:r>
            <a:r>
              <a:rPr dirty="0"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Cerrar con la idea de evidencia recuperable: archivo, ruta, clave y estado.</a:t>
            </a:r>
          </a:p>
          <a:p>
            <a:r>
              <a:t>Las mejoras abiertas son oportunidades, no trabajo ya implementado.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F1F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ángulo 21">
            <a:extLst>
              <a:ext uri="{FF2B5EF4-FFF2-40B4-BE49-F238E27FC236}">
                <a16:creationId xmlns:a16="http://schemas.microsoft.com/office/drawing/2014/main" id="{8D2EC6D5-0B7E-4E6A-960A-0E42095B18D1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71450" cy="6858000"/>
          </a:xfrm>
          <a:prstGeom prst="rect">
            <a:avLst/>
          </a:prstGeom>
          <a:solidFill>
            <a:srgbClr val="BD1F36"/>
          </a:solidFill>
          <a:ln w="0">
            <a:solidFill>
              <a:srgbClr val="BD1F36"/>
            </a:solidFill>
            <a:prstDash val="solid"/>
          </a:ln>
        </p:spPr>
      </p:sp>
      <p:sp>
        <p:nvSpPr>
          <p:cNvPr id="2" name="Rectángulo 1">
            <a:extLst>
              <a:ext uri="{FF2B5EF4-FFF2-40B4-BE49-F238E27FC236}">
                <a16:creationId xmlns:a16="http://schemas.microsoft.com/office/drawing/2014/main" id="{4930551B-9FD6-442D-ACB3-E3B456F4C92F}"/>
              </a:ext>
            </a:extLst>
          </p:cNvPr>
          <p:cNvSpPr>
            <a:spLocks noGrp="1"/>
          </p:cNvSpPr>
          <p:nvPr/>
        </p:nvSpPr>
        <p:spPr>
          <a:xfrm>
            <a:off x="590550" y="514350"/>
            <a:ext cx="2476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r>
              <a:rPr lang="es-ES_tradnl" sz="975" b="1" dirty="0">
                <a:solidFill>
                  <a:srgbClr val="AEB4BF"/>
                </a:solidFill>
              </a:rPr>
              <a:t>RMC </a:t>
            </a:r>
            <a:r>
              <a:rPr lang="es-ES_tradnl" sz="975" b="1">
                <a:solidFill>
                  <a:srgbClr val="AEB4BF"/>
                </a:solidFill>
              </a:rPr>
              <a:t>CONTROL SYSTEM</a:t>
            </a:r>
            <a:endParaRPr lang="es-ES_tradnl" sz="975" b="1" dirty="0">
              <a:solidFill>
                <a:srgbClr val="AEB4BF"/>
              </a:solidFill>
            </a:endParaRPr>
          </a:p>
        </p:txBody>
      </p:sp>
      <p:sp>
        <p:nvSpPr>
          <p:cNvPr id="5" name="Rectángulo 4">
            <a:extLst>
              <a:ext uri="{FF2B5EF4-FFF2-40B4-BE49-F238E27FC236}">
                <a16:creationId xmlns:a16="http://schemas.microsoft.com/office/drawing/2014/main" id="{203C64AD-0DD8-4A1D-8B39-CEF0B15F7065}"/>
              </a:ext>
            </a:extLst>
          </p:cNvPr>
          <p:cNvSpPr>
            <a:spLocks noGrp="1"/>
          </p:cNvSpPr>
          <p:nvPr/>
        </p:nvSpPr>
        <p:spPr>
          <a:xfrm>
            <a:off x="668483" y="3485300"/>
            <a:ext cx="5082815" cy="893072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/>
          <a:lstStyle/>
          <a:p>
            <a:pPr algn="ctr">
              <a:lnSpc>
                <a:spcPct val="115000"/>
              </a:lnSpc>
              <a:buNone/>
              <a:defRPr sz="1725" b="0">
                <a:solidFill>
                  <a:srgbClr val="B8BEC8"/>
                </a:solidFill>
                <a:latin typeface="Calibri"/>
                <a:ea typeface="Calibri"/>
                <a:cs typeface="Calibri"/>
              </a:defRPr>
            </a:pPr>
            <a:r>
              <a:rPr lang="es-ES_tradnl" sz="1725" b="0" dirty="0">
                <a:solidFill>
                  <a:srgbClr val="B8BEC8"/>
                </a:solidFill>
                <a:latin typeface="Calibri"/>
                <a:ea typeface="Calibri"/>
                <a:cs typeface="Calibri"/>
              </a:rPr>
              <a:t>Maquetas visuales para validar, consultar e imprimir sin mezclar archivos finales de producción.</a:t>
            </a:r>
          </a:p>
        </p:txBody>
      </p:sp>
      <p:sp>
        <p:nvSpPr>
          <p:cNvPr id="6" name="Rectángulo redondeado 5">
            <a:extLst>
              <a:ext uri="{FF2B5EF4-FFF2-40B4-BE49-F238E27FC236}">
                <a16:creationId xmlns:a16="http://schemas.microsoft.com/office/drawing/2014/main" id="{4F75909F-3EFC-4DB8-85C2-52D3727C0C85}"/>
              </a:ext>
            </a:extLst>
          </p:cNvPr>
          <p:cNvSpPr>
            <a:spLocks noGrp="1"/>
          </p:cNvSpPr>
          <p:nvPr/>
        </p:nvSpPr>
        <p:spPr>
          <a:xfrm>
            <a:off x="1351395" y="4665261"/>
            <a:ext cx="1104900" cy="266700"/>
          </a:xfrm>
          <a:prstGeom prst="roundRect">
            <a:avLst>
              <a:gd name="adj" fmla="val 42857"/>
            </a:avLst>
          </a:prstGeom>
          <a:solidFill>
            <a:srgbClr val="BD1F36"/>
          </a:solidFill>
          <a:ln w="9525">
            <a:solidFill>
              <a:srgbClr val="BD1F36"/>
            </a:solidFill>
            <a:prstDash val="solid"/>
          </a:ln>
        </p:spPr>
      </p:sp>
      <p:sp>
        <p:nvSpPr>
          <p:cNvPr id="7" name="Rectángulo 6">
            <a:extLst>
              <a:ext uri="{FF2B5EF4-FFF2-40B4-BE49-F238E27FC236}">
                <a16:creationId xmlns:a16="http://schemas.microsoft.com/office/drawing/2014/main" id="{8212E646-2FF8-42DC-A993-3A8F3BD79742}"/>
              </a:ext>
            </a:extLst>
          </p:cNvPr>
          <p:cNvSpPr>
            <a:spLocks noGrp="1"/>
          </p:cNvSpPr>
          <p:nvPr/>
        </p:nvSpPr>
        <p:spPr>
          <a:xfrm>
            <a:off x="1351395" y="4740699"/>
            <a:ext cx="1104900" cy="152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/>
          <a:lstStyle/>
          <a:p>
            <a:pPr algn="ctr">
              <a:lnSpc>
                <a:spcPct val="108000"/>
              </a:lnSpc>
              <a:buNone/>
              <a:defRPr sz="788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lang="es-ES_tradnl" sz="788" b="1" dirty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Excel Nike</a:t>
            </a:r>
          </a:p>
        </p:txBody>
      </p:sp>
      <p:sp>
        <p:nvSpPr>
          <p:cNvPr id="8" name="Rectángulo redondeado 7">
            <a:extLst>
              <a:ext uri="{FF2B5EF4-FFF2-40B4-BE49-F238E27FC236}">
                <a16:creationId xmlns:a16="http://schemas.microsoft.com/office/drawing/2014/main" id="{1DDBFF45-ED9A-455C-ABF6-413FDF87213D}"/>
              </a:ext>
            </a:extLst>
          </p:cNvPr>
          <p:cNvSpPr>
            <a:spLocks noGrp="1"/>
          </p:cNvSpPr>
          <p:nvPr/>
        </p:nvSpPr>
        <p:spPr>
          <a:xfrm>
            <a:off x="2589645" y="4665261"/>
            <a:ext cx="1257300" cy="266700"/>
          </a:xfrm>
          <a:prstGeom prst="roundRect">
            <a:avLst>
              <a:gd name="adj" fmla="val 42857"/>
            </a:avLst>
          </a:prstGeom>
          <a:solidFill>
            <a:srgbClr val="2D7FF9"/>
          </a:solidFill>
          <a:ln w="9525">
            <a:solidFill>
              <a:srgbClr val="2D7FF9"/>
            </a:solidFill>
            <a:prstDash val="solid"/>
          </a:ln>
        </p:spPr>
      </p:sp>
      <p:sp>
        <p:nvSpPr>
          <p:cNvPr id="9" name="Rectángulo 8">
            <a:extLst>
              <a:ext uri="{FF2B5EF4-FFF2-40B4-BE49-F238E27FC236}">
                <a16:creationId xmlns:a16="http://schemas.microsoft.com/office/drawing/2014/main" id="{3D12B74D-7D83-4304-8701-3B048364F8D5}"/>
              </a:ext>
            </a:extLst>
          </p:cNvPr>
          <p:cNvSpPr>
            <a:spLocks noGrp="1"/>
          </p:cNvSpPr>
          <p:nvPr/>
        </p:nvSpPr>
        <p:spPr>
          <a:xfrm>
            <a:off x="2589645" y="4740699"/>
            <a:ext cx="1257300" cy="152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/>
          <a:lstStyle/>
          <a:p>
            <a:pPr algn="ctr">
              <a:lnSpc>
                <a:spcPct val="108000"/>
              </a:lnSpc>
              <a:buNone/>
              <a:defRPr sz="788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lang="es-ES_tradnl" sz="788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PDF anotado</a:t>
            </a:r>
          </a:p>
        </p:txBody>
      </p:sp>
      <p:sp>
        <p:nvSpPr>
          <p:cNvPr id="10" name="Rectángulo redondeado 9">
            <a:extLst>
              <a:ext uri="{FF2B5EF4-FFF2-40B4-BE49-F238E27FC236}">
                <a16:creationId xmlns:a16="http://schemas.microsoft.com/office/drawing/2014/main" id="{AF1BD726-996E-4DDE-A384-FBFC6F1C28FF}"/>
              </a:ext>
            </a:extLst>
          </p:cNvPr>
          <p:cNvSpPr>
            <a:spLocks noGrp="1"/>
          </p:cNvSpPr>
          <p:nvPr/>
        </p:nvSpPr>
        <p:spPr>
          <a:xfrm>
            <a:off x="3980295" y="4665261"/>
            <a:ext cx="1257300" cy="266700"/>
          </a:xfrm>
          <a:prstGeom prst="roundRect">
            <a:avLst>
              <a:gd name="adj" fmla="val 42857"/>
            </a:avLst>
          </a:prstGeom>
          <a:solidFill>
            <a:srgbClr val="20B26B"/>
          </a:solidFill>
          <a:ln w="9525">
            <a:solidFill>
              <a:srgbClr val="20B26B"/>
            </a:solidFill>
            <a:prstDash val="solid"/>
          </a:ln>
        </p:spPr>
      </p:sp>
      <p:sp>
        <p:nvSpPr>
          <p:cNvPr id="11" name="Rectángulo 10">
            <a:extLst>
              <a:ext uri="{FF2B5EF4-FFF2-40B4-BE49-F238E27FC236}">
                <a16:creationId xmlns:a16="http://schemas.microsoft.com/office/drawing/2014/main" id="{C1BB657E-AD15-4A69-A6DF-A17B9E2CF669}"/>
              </a:ext>
            </a:extLst>
          </p:cNvPr>
          <p:cNvSpPr>
            <a:spLocks noGrp="1"/>
          </p:cNvSpPr>
          <p:nvPr/>
        </p:nvSpPr>
        <p:spPr>
          <a:xfrm>
            <a:off x="3980295" y="4740699"/>
            <a:ext cx="1257300" cy="152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/>
          <a:lstStyle/>
          <a:p>
            <a:pPr algn="ctr">
              <a:lnSpc>
                <a:spcPct val="108000"/>
              </a:lnSpc>
              <a:buNone/>
              <a:defRPr sz="788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lang="es-ES_tradnl" sz="788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SQLite propio</a:t>
            </a:r>
          </a:p>
        </p:txBody>
      </p:sp>
      <p:sp>
        <p:nvSpPr>
          <p:cNvPr id="12" name="Rectángulo 11">
            <a:extLst>
              <a:ext uri="{FF2B5EF4-FFF2-40B4-BE49-F238E27FC236}">
                <a16:creationId xmlns:a16="http://schemas.microsoft.com/office/drawing/2014/main" id="{F65C3C77-1BCF-4D6D-B7BE-81CFE8EC8BB5}"/>
              </a:ext>
            </a:extLst>
          </p:cNvPr>
          <p:cNvSpPr>
            <a:spLocks noGrp="1"/>
          </p:cNvSpPr>
          <p:nvPr/>
        </p:nvSpPr>
        <p:spPr>
          <a:xfrm>
            <a:off x="609600" y="5810250"/>
            <a:ext cx="11430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/>
          <a:lstStyle/>
          <a:p>
            <a:pPr algn="l">
              <a:lnSpc>
                <a:spcPct val="108000"/>
              </a:lnSpc>
              <a:buNone/>
              <a:defRPr sz="900" b="0">
                <a:solidFill>
                  <a:srgbClr val="7D8592"/>
                </a:solidFill>
                <a:latin typeface="Calibri"/>
                <a:ea typeface="Calibri"/>
                <a:cs typeface="Calibri"/>
              </a:defRPr>
            </a:pPr>
            <a:r>
              <a:rPr lang="es-ES_tradnl" sz="900" b="0">
                <a:solidFill>
                  <a:srgbClr val="7D8592"/>
                </a:solidFill>
                <a:latin typeface="Calibri"/>
                <a:ea typeface="Calibri"/>
                <a:cs typeface="Calibri"/>
              </a:rPr>
              <a:t>Julio 2026</a:t>
            </a:r>
          </a:p>
        </p:txBody>
      </p:sp>
      <p:sp>
        <p:nvSpPr>
          <p:cNvPr id="20" name="Rectángulo 19">
            <a:extLst>
              <a:ext uri="{FF2B5EF4-FFF2-40B4-BE49-F238E27FC236}">
                <a16:creationId xmlns:a16="http://schemas.microsoft.com/office/drawing/2014/main" id="{3E9C0EBD-8BBB-4460-8DB4-22019035A92D}"/>
              </a:ext>
            </a:extLst>
          </p:cNvPr>
          <p:cNvSpPr>
            <a:spLocks noGrp="1"/>
          </p:cNvSpPr>
          <p:nvPr/>
        </p:nvSpPr>
        <p:spPr>
          <a:xfrm>
            <a:off x="533400" y="6515100"/>
            <a:ext cx="34290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/>
          <a:lstStyle/>
          <a:p>
            <a:pPr algn="l">
              <a:lnSpc>
                <a:spcPct val="108000"/>
              </a:lnSpc>
              <a:buNone/>
              <a:defRPr sz="675" b="0">
                <a:solidFill>
                  <a:srgbClr val="7D8592"/>
                </a:solidFill>
                <a:latin typeface="Calibri"/>
                <a:ea typeface="Calibri"/>
                <a:cs typeface="Calibri"/>
              </a:defRPr>
            </a:pPr>
            <a:r>
              <a:rPr lang="es-ES_tradnl" sz="675" b="0">
                <a:solidFill>
                  <a:srgbClr val="7D8592"/>
                </a:solidFill>
                <a:latin typeface="Calibri"/>
                <a:ea typeface="Calibri"/>
                <a:cs typeface="Calibri"/>
              </a:rPr>
              <a:t>RMC Control System | RMC MockupTool</a:t>
            </a:r>
          </a:p>
        </p:txBody>
      </p:sp>
      <p:sp>
        <p:nvSpPr>
          <p:cNvPr id="21" name="Rectángulo 20">
            <a:extLst>
              <a:ext uri="{FF2B5EF4-FFF2-40B4-BE49-F238E27FC236}">
                <a16:creationId xmlns:a16="http://schemas.microsoft.com/office/drawing/2014/main" id="{FF52FD9B-3D74-4F90-B384-A55DB1632CD4}"/>
              </a:ext>
            </a:extLst>
          </p:cNvPr>
          <p:cNvSpPr>
            <a:spLocks noGrp="1"/>
          </p:cNvSpPr>
          <p:nvPr/>
        </p:nvSpPr>
        <p:spPr>
          <a:xfrm>
            <a:off x="11334750" y="6496050"/>
            <a:ext cx="3238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/>
          <a:lstStyle/>
          <a:p>
            <a:pPr algn="r">
              <a:lnSpc>
                <a:spcPct val="108000"/>
              </a:lnSpc>
              <a:buNone/>
              <a:defRPr sz="750" b="0">
                <a:solidFill>
                  <a:srgbClr val="7D8592"/>
                </a:solidFill>
                <a:latin typeface="Calibri"/>
                <a:ea typeface="Calibri"/>
                <a:cs typeface="Calibri"/>
              </a:defRPr>
            </a:pPr>
            <a:r>
              <a:rPr lang="es-ES_tradnl" sz="750" b="0">
                <a:solidFill>
                  <a:srgbClr val="7D8592"/>
                </a:solidFill>
                <a:latin typeface="Calibri"/>
                <a:ea typeface="Calibri"/>
                <a:cs typeface="Calibri"/>
              </a:rPr>
              <a:t>01</a:t>
            </a:r>
          </a:p>
        </p:txBody>
      </p:sp>
      <p:pic>
        <p:nvPicPr>
          <p:cNvPr id="26" name="Imagen 25">
            <a:extLst>
              <a:ext uri="{FF2B5EF4-FFF2-40B4-BE49-F238E27FC236}">
                <a16:creationId xmlns:a16="http://schemas.microsoft.com/office/drawing/2014/main" id="{A71C6CD2-927C-DFDA-4B4A-127A084BB86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7224" y="1067378"/>
            <a:ext cx="5751801" cy="2129044"/>
          </a:xfrm>
          <a:prstGeom prst="rect">
            <a:avLst/>
          </a:prstGeom>
        </p:spPr>
      </p:pic>
      <p:pic>
        <p:nvPicPr>
          <p:cNvPr id="28" name="Imagen 27">
            <a:extLst>
              <a:ext uri="{FF2B5EF4-FFF2-40B4-BE49-F238E27FC236}">
                <a16:creationId xmlns:a16="http://schemas.microsoft.com/office/drawing/2014/main" id="{DEFF3DA8-388D-7FC8-8ADF-FF58C40B78B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57285" y="514350"/>
            <a:ext cx="2651413" cy="5635036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solidFill>
              <a:srgbClr val="C00000"/>
            </a:solidFill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130006341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F1F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Rectángulo 22">
            <a:extLst>
              <a:ext uri="{FF2B5EF4-FFF2-40B4-BE49-F238E27FC236}">
                <a16:creationId xmlns:a16="http://schemas.microsoft.com/office/drawing/2014/main" id="{38D08E03-7574-4259-9E30-C08A0475620F}"/>
              </a:ext>
            </a:extLst>
          </p:cNvPr>
          <p:cNvSpPr>
            <a:spLocks noGrp="1"/>
          </p:cNvSpPr>
          <p:nvPr/>
        </p:nvSpPr>
        <p:spPr>
          <a:xfrm>
            <a:off x="490534" y="419100"/>
            <a:ext cx="4000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r>
              <a:rPr lang="es-ES_tradnl" sz="975" b="1" dirty="0">
                <a:solidFill>
                  <a:srgbClr val="AEB4BF"/>
                </a:solidFill>
              </a:rPr>
              <a:t>PROBLEMA OPERATIVO</a:t>
            </a:r>
          </a:p>
        </p:txBody>
      </p:sp>
      <p:sp>
        <p:nvSpPr>
          <p:cNvPr id="2" name="Rectángulo 1">
            <a:extLst>
              <a:ext uri="{FF2B5EF4-FFF2-40B4-BE49-F238E27FC236}">
                <a16:creationId xmlns:a16="http://schemas.microsoft.com/office/drawing/2014/main" id="{EBE3F6D5-09DC-4E62-AF39-2476E8D9F5DE}"/>
              </a:ext>
            </a:extLst>
          </p:cNvPr>
          <p:cNvSpPr>
            <a:spLocks noGrp="1"/>
          </p:cNvSpPr>
          <p:nvPr/>
        </p:nvSpPr>
        <p:spPr>
          <a:xfrm>
            <a:off x="490533" y="666750"/>
            <a:ext cx="9791123" cy="723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r>
              <a:rPr lang="es-ES_tradnl" sz="2700" b="1" dirty="0">
                <a:solidFill>
                  <a:schemeClr val="bg1"/>
                </a:solidFill>
              </a:rPr>
              <a:t>Sin maqueta trazable, revisar se vuelve una cadena manual.</a:t>
            </a:r>
          </a:p>
        </p:txBody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id="{AD57931C-29B3-4C44-92D6-FF7DE6589EC9}"/>
              </a:ext>
            </a:extLst>
          </p:cNvPr>
          <p:cNvSpPr>
            <a:spLocks noGrp="1"/>
          </p:cNvSpPr>
          <p:nvPr/>
        </p:nvSpPr>
        <p:spPr>
          <a:xfrm>
            <a:off x="590550" y="323850"/>
            <a:ext cx="514350" cy="38100"/>
          </a:xfrm>
          <a:prstGeom prst="rect">
            <a:avLst/>
          </a:prstGeom>
          <a:solidFill>
            <a:srgbClr val="BD1F36"/>
          </a:solidFill>
          <a:ln w="0">
            <a:solidFill>
              <a:srgbClr val="BD1F36"/>
            </a:solidFill>
            <a:prstDash val="solid"/>
          </a:ln>
        </p:spPr>
      </p:sp>
      <p:sp>
        <p:nvSpPr>
          <p:cNvPr id="5" name="Rectángulo redondeado 4">
            <a:extLst>
              <a:ext uri="{FF2B5EF4-FFF2-40B4-BE49-F238E27FC236}">
                <a16:creationId xmlns:a16="http://schemas.microsoft.com/office/drawing/2014/main" id="{B473F0A9-E21C-4FF9-BD2C-3DAB1F555D00}"/>
              </a:ext>
            </a:extLst>
          </p:cNvPr>
          <p:cNvSpPr>
            <a:spLocks noGrp="1"/>
          </p:cNvSpPr>
          <p:nvPr/>
        </p:nvSpPr>
        <p:spPr>
          <a:xfrm>
            <a:off x="776284" y="1932940"/>
            <a:ext cx="2619375" cy="1123950"/>
          </a:xfrm>
          <a:prstGeom prst="roundRect">
            <a:avLst>
              <a:gd name="adj" fmla="val 6780"/>
            </a:avLst>
          </a:prstGeom>
          <a:solidFill>
            <a:srgbClr val="292B30"/>
          </a:solidFill>
          <a:ln w="9525">
            <a:solidFill>
              <a:srgbClr val="444952"/>
            </a:solidFill>
            <a:prstDash val="solid"/>
          </a:ln>
        </p:spPr>
      </p:sp>
      <p:sp>
        <p:nvSpPr>
          <p:cNvPr id="6" name="Rectángulo 5">
            <a:extLst>
              <a:ext uri="{FF2B5EF4-FFF2-40B4-BE49-F238E27FC236}">
                <a16:creationId xmlns:a16="http://schemas.microsoft.com/office/drawing/2014/main" id="{0AB9C3A2-D752-4A31-A29C-A258411B16AE}"/>
              </a:ext>
            </a:extLst>
          </p:cNvPr>
          <p:cNvSpPr>
            <a:spLocks noGrp="1"/>
          </p:cNvSpPr>
          <p:nvPr/>
        </p:nvSpPr>
        <p:spPr>
          <a:xfrm>
            <a:off x="776284" y="1932940"/>
            <a:ext cx="47625" cy="1123950"/>
          </a:xfrm>
          <a:prstGeom prst="rect">
            <a:avLst/>
          </a:prstGeom>
          <a:solidFill>
            <a:srgbClr val="BD1F36"/>
          </a:solidFill>
          <a:ln w="0">
            <a:solidFill>
              <a:srgbClr val="BD1F36"/>
            </a:solidFill>
            <a:prstDash val="solid"/>
          </a:ln>
        </p:spPr>
      </p:sp>
      <p:sp>
        <p:nvSpPr>
          <p:cNvPr id="7" name="Rectángulo 6">
            <a:extLst>
              <a:ext uri="{FF2B5EF4-FFF2-40B4-BE49-F238E27FC236}">
                <a16:creationId xmlns:a16="http://schemas.microsoft.com/office/drawing/2014/main" id="{3FB43949-7C42-46FD-884D-AE59458C9CD8}"/>
              </a:ext>
            </a:extLst>
          </p:cNvPr>
          <p:cNvSpPr>
            <a:spLocks noGrp="1"/>
          </p:cNvSpPr>
          <p:nvPr/>
        </p:nvSpPr>
        <p:spPr>
          <a:xfrm>
            <a:off x="947734" y="2020688"/>
            <a:ext cx="2333625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r>
              <a:rPr lang="es-ES_tradnl" b="1" dirty="0">
                <a:solidFill>
                  <a:schemeClr val="bg1"/>
                </a:solidFill>
              </a:rPr>
              <a:t>Antes</a:t>
            </a:r>
          </a:p>
        </p:txBody>
      </p:sp>
      <p:sp>
        <p:nvSpPr>
          <p:cNvPr id="8" name="Rectángulo 7">
            <a:extLst>
              <a:ext uri="{FF2B5EF4-FFF2-40B4-BE49-F238E27FC236}">
                <a16:creationId xmlns:a16="http://schemas.microsoft.com/office/drawing/2014/main" id="{31DEF845-C100-4B1A-976A-633A7B8199B7}"/>
              </a:ext>
            </a:extLst>
          </p:cNvPr>
          <p:cNvSpPr>
            <a:spLocks noGrp="1"/>
          </p:cNvSpPr>
          <p:nvPr/>
        </p:nvSpPr>
        <p:spPr>
          <a:xfrm>
            <a:off x="947734" y="2325488"/>
            <a:ext cx="2295525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r>
              <a:rPr lang="es-ES_tradnl" sz="1200" dirty="0">
                <a:solidFill>
                  <a:srgbClr val="AEB4BF"/>
                </a:solidFill>
              </a:rPr>
              <a:t>Buscar maqueta, anotar datos manualmente y marcar en lista si ya esta impresa.</a:t>
            </a:r>
          </a:p>
        </p:txBody>
      </p:sp>
      <p:sp>
        <p:nvSpPr>
          <p:cNvPr id="9" name="Rectángulo redondeado 8">
            <a:extLst>
              <a:ext uri="{FF2B5EF4-FFF2-40B4-BE49-F238E27FC236}">
                <a16:creationId xmlns:a16="http://schemas.microsoft.com/office/drawing/2014/main" id="{A4B8C49B-3C2D-4D16-BA7F-2457F0470959}"/>
              </a:ext>
            </a:extLst>
          </p:cNvPr>
          <p:cNvSpPr>
            <a:spLocks noGrp="1"/>
          </p:cNvSpPr>
          <p:nvPr/>
        </p:nvSpPr>
        <p:spPr>
          <a:xfrm>
            <a:off x="1347784" y="3285490"/>
            <a:ext cx="3143250" cy="1123950"/>
          </a:xfrm>
          <a:prstGeom prst="roundRect">
            <a:avLst>
              <a:gd name="adj" fmla="val 6780"/>
            </a:avLst>
          </a:prstGeom>
          <a:solidFill>
            <a:srgbClr val="292B30"/>
          </a:solidFill>
          <a:ln w="9525">
            <a:solidFill>
              <a:srgbClr val="444952"/>
            </a:solidFill>
            <a:prstDash val="solid"/>
          </a:ln>
        </p:spPr>
      </p:sp>
      <p:sp>
        <p:nvSpPr>
          <p:cNvPr id="10" name="Rectángulo 9">
            <a:extLst>
              <a:ext uri="{FF2B5EF4-FFF2-40B4-BE49-F238E27FC236}">
                <a16:creationId xmlns:a16="http://schemas.microsoft.com/office/drawing/2014/main" id="{B09778D9-FFC9-4EDD-946E-407D24A446DD}"/>
              </a:ext>
            </a:extLst>
          </p:cNvPr>
          <p:cNvSpPr>
            <a:spLocks noGrp="1"/>
          </p:cNvSpPr>
          <p:nvPr/>
        </p:nvSpPr>
        <p:spPr>
          <a:xfrm>
            <a:off x="1347784" y="3285490"/>
            <a:ext cx="47625" cy="1123950"/>
          </a:xfrm>
          <a:prstGeom prst="rect">
            <a:avLst/>
          </a:prstGeom>
          <a:solidFill>
            <a:srgbClr val="F28C28"/>
          </a:solidFill>
          <a:ln w="0">
            <a:solidFill>
              <a:srgbClr val="F28C28"/>
            </a:solidFill>
            <a:prstDash val="solid"/>
          </a:ln>
        </p:spPr>
      </p:sp>
      <p:sp>
        <p:nvSpPr>
          <p:cNvPr id="11" name="Rectángulo 10">
            <a:extLst>
              <a:ext uri="{FF2B5EF4-FFF2-40B4-BE49-F238E27FC236}">
                <a16:creationId xmlns:a16="http://schemas.microsoft.com/office/drawing/2014/main" id="{18F4C6FE-D83F-4EED-B2C6-A03BFACF37CD}"/>
              </a:ext>
            </a:extLst>
          </p:cNvPr>
          <p:cNvSpPr>
            <a:spLocks noGrp="1"/>
          </p:cNvSpPr>
          <p:nvPr/>
        </p:nvSpPr>
        <p:spPr>
          <a:xfrm>
            <a:off x="1519234" y="3373238"/>
            <a:ext cx="2333625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r>
              <a:rPr lang="es-ES_tradnl" b="1" dirty="0">
                <a:solidFill>
                  <a:schemeClr val="bg1"/>
                </a:solidFill>
              </a:rPr>
              <a:t>Riesgo</a:t>
            </a:r>
          </a:p>
        </p:txBody>
      </p:sp>
      <p:sp>
        <p:nvSpPr>
          <p:cNvPr id="12" name="Rectángulo 11">
            <a:extLst>
              <a:ext uri="{FF2B5EF4-FFF2-40B4-BE49-F238E27FC236}">
                <a16:creationId xmlns:a16="http://schemas.microsoft.com/office/drawing/2014/main" id="{6BF5A4D3-8F63-48BB-AA79-FF6C5E26BC05}"/>
              </a:ext>
            </a:extLst>
          </p:cNvPr>
          <p:cNvSpPr>
            <a:spLocks noGrp="1"/>
          </p:cNvSpPr>
          <p:nvPr/>
        </p:nvSpPr>
        <p:spPr>
          <a:xfrm>
            <a:off x="1519233" y="3678037"/>
            <a:ext cx="2905125" cy="645677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r>
              <a:rPr lang="es-ES_tradnl" sz="1200" dirty="0">
                <a:solidFill>
                  <a:srgbClr val="AEB4BF"/>
                </a:solidFill>
              </a:rPr>
              <a:t>Era que los datos escritos en las maquetas podrían venir erróneos, provocando dudas durante el proceso.</a:t>
            </a:r>
          </a:p>
        </p:txBody>
      </p:sp>
      <p:sp>
        <p:nvSpPr>
          <p:cNvPr id="13" name="Rectángulo redondeado 12">
            <a:extLst>
              <a:ext uri="{FF2B5EF4-FFF2-40B4-BE49-F238E27FC236}">
                <a16:creationId xmlns:a16="http://schemas.microsoft.com/office/drawing/2014/main" id="{DADB9B53-263F-4947-981E-F434548E80C5}"/>
              </a:ext>
            </a:extLst>
          </p:cNvPr>
          <p:cNvSpPr>
            <a:spLocks noGrp="1"/>
          </p:cNvSpPr>
          <p:nvPr/>
        </p:nvSpPr>
        <p:spPr>
          <a:xfrm>
            <a:off x="1919284" y="4638039"/>
            <a:ext cx="3143250" cy="1023501"/>
          </a:xfrm>
          <a:prstGeom prst="roundRect">
            <a:avLst>
              <a:gd name="adj" fmla="val 8163"/>
            </a:avLst>
          </a:prstGeom>
          <a:solidFill>
            <a:srgbClr val="292B30"/>
          </a:solidFill>
          <a:ln w="9525">
            <a:solidFill>
              <a:srgbClr val="444952"/>
            </a:solidFill>
            <a:prstDash val="solid"/>
          </a:ln>
        </p:spPr>
      </p:sp>
      <p:sp>
        <p:nvSpPr>
          <p:cNvPr id="14" name="Rectángulo 13">
            <a:extLst>
              <a:ext uri="{FF2B5EF4-FFF2-40B4-BE49-F238E27FC236}">
                <a16:creationId xmlns:a16="http://schemas.microsoft.com/office/drawing/2014/main" id="{CCC38B81-84B1-40BB-A94E-50DC29073061}"/>
              </a:ext>
            </a:extLst>
          </p:cNvPr>
          <p:cNvSpPr>
            <a:spLocks noGrp="1"/>
          </p:cNvSpPr>
          <p:nvPr/>
        </p:nvSpPr>
        <p:spPr>
          <a:xfrm>
            <a:off x="1919284" y="4638040"/>
            <a:ext cx="45719" cy="1023500"/>
          </a:xfrm>
          <a:prstGeom prst="rect">
            <a:avLst/>
          </a:prstGeom>
          <a:solidFill>
            <a:srgbClr val="F3C747"/>
          </a:solidFill>
          <a:ln w="0">
            <a:solidFill>
              <a:srgbClr val="F3C747"/>
            </a:solidFill>
            <a:prstDash val="solid"/>
          </a:ln>
        </p:spPr>
        <p:txBody>
          <a:bodyPr/>
          <a:lstStyle/>
          <a:p>
            <a:endParaRPr lang="es-ES_tradnl" dirty="0"/>
          </a:p>
        </p:txBody>
      </p:sp>
      <p:sp>
        <p:nvSpPr>
          <p:cNvPr id="15" name="Rectángulo 14">
            <a:extLst>
              <a:ext uri="{FF2B5EF4-FFF2-40B4-BE49-F238E27FC236}">
                <a16:creationId xmlns:a16="http://schemas.microsoft.com/office/drawing/2014/main" id="{BD1FEECA-BBC9-489B-A40E-712FB4452999}"/>
              </a:ext>
            </a:extLst>
          </p:cNvPr>
          <p:cNvSpPr>
            <a:spLocks noGrp="1"/>
          </p:cNvSpPr>
          <p:nvPr/>
        </p:nvSpPr>
        <p:spPr>
          <a:xfrm>
            <a:off x="2090734" y="4685698"/>
            <a:ext cx="2333625" cy="27241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r>
              <a:rPr lang="es-ES_tradnl" b="1" dirty="0">
                <a:solidFill>
                  <a:schemeClr val="bg1"/>
                </a:solidFill>
              </a:rPr>
              <a:t>Costo</a:t>
            </a:r>
          </a:p>
        </p:txBody>
      </p:sp>
      <p:sp>
        <p:nvSpPr>
          <p:cNvPr id="16" name="Rectángulo 15">
            <a:extLst>
              <a:ext uri="{FF2B5EF4-FFF2-40B4-BE49-F238E27FC236}">
                <a16:creationId xmlns:a16="http://schemas.microsoft.com/office/drawing/2014/main" id="{55833A37-4FFB-4C50-B630-8A07E6B69516}"/>
              </a:ext>
            </a:extLst>
          </p:cNvPr>
          <p:cNvSpPr>
            <a:spLocks noGrp="1"/>
          </p:cNvSpPr>
          <p:nvPr/>
        </p:nvSpPr>
        <p:spPr>
          <a:xfrm>
            <a:off x="2090734" y="4956700"/>
            <a:ext cx="28765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r>
              <a:rPr lang="es-ES_tradnl" sz="1200" dirty="0">
                <a:solidFill>
                  <a:srgbClr val="AEB4BF"/>
                </a:solidFill>
              </a:rPr>
              <a:t>Mas preguntas entre diseño, producción  o incluso tener que rehacer maquetas completas</a:t>
            </a:r>
          </a:p>
        </p:txBody>
      </p:sp>
      <p:sp>
        <p:nvSpPr>
          <p:cNvPr id="17" name="Rectángulo redondeado 16">
            <a:extLst>
              <a:ext uri="{FF2B5EF4-FFF2-40B4-BE49-F238E27FC236}">
                <a16:creationId xmlns:a16="http://schemas.microsoft.com/office/drawing/2014/main" id="{27E4829D-AD89-4992-9AD2-3B4EFB2179FA}"/>
              </a:ext>
            </a:extLst>
          </p:cNvPr>
          <p:cNvSpPr>
            <a:spLocks noGrp="1"/>
          </p:cNvSpPr>
          <p:nvPr/>
        </p:nvSpPr>
        <p:spPr>
          <a:xfrm>
            <a:off x="5672134" y="1948815"/>
            <a:ext cx="5334000" cy="3143250"/>
          </a:xfrm>
          <a:prstGeom prst="roundRect">
            <a:avLst>
              <a:gd name="adj" fmla="val 2424"/>
            </a:avLst>
          </a:prstGeom>
          <a:solidFill>
            <a:srgbClr val="292B30"/>
          </a:solidFill>
          <a:ln w="9525">
            <a:solidFill>
              <a:srgbClr val="444952"/>
            </a:solidFill>
            <a:prstDash val="solid"/>
          </a:ln>
        </p:spPr>
        <p:txBody>
          <a:bodyPr/>
          <a:lstStyle/>
          <a:p>
            <a:endParaRPr lang="es-ES_tradnl" dirty="0"/>
          </a:p>
        </p:txBody>
      </p:sp>
      <p:sp>
        <p:nvSpPr>
          <p:cNvPr id="18" name="Rectángulo 17">
            <a:extLst>
              <a:ext uri="{FF2B5EF4-FFF2-40B4-BE49-F238E27FC236}">
                <a16:creationId xmlns:a16="http://schemas.microsoft.com/office/drawing/2014/main" id="{A4F9C259-3828-4FC1-9816-CB61F71BE0E3}"/>
              </a:ext>
            </a:extLst>
          </p:cNvPr>
          <p:cNvSpPr>
            <a:spLocks noGrp="1"/>
          </p:cNvSpPr>
          <p:nvPr/>
        </p:nvSpPr>
        <p:spPr>
          <a:xfrm>
            <a:off x="6148384" y="2444115"/>
            <a:ext cx="45720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/>
          <a:lstStyle/>
          <a:p>
            <a:pPr algn="l">
              <a:lnSpc>
                <a:spcPct val="108000"/>
              </a:lnSpc>
              <a:buNone/>
              <a:defRPr sz="2250" b="1">
                <a:solidFill>
                  <a:srgbClr val="F3F4F6"/>
                </a:solidFill>
                <a:latin typeface="Calibri"/>
                <a:ea typeface="Calibri"/>
                <a:cs typeface="Calibri"/>
              </a:defRPr>
            </a:pPr>
            <a:r>
              <a:rPr lang="es-ES_tradnl" sz="2250" b="1" dirty="0">
                <a:solidFill>
                  <a:srgbClr val="F3F4F6"/>
                </a:solidFill>
                <a:latin typeface="Calibri"/>
                <a:ea typeface="Calibri"/>
                <a:cs typeface="Calibri"/>
              </a:rPr>
              <a:t>El problema real no es crear una maqueta.</a:t>
            </a:r>
          </a:p>
        </p:txBody>
      </p:sp>
      <p:sp>
        <p:nvSpPr>
          <p:cNvPr id="19" name="Rectángulo 18">
            <a:extLst>
              <a:ext uri="{FF2B5EF4-FFF2-40B4-BE49-F238E27FC236}">
                <a16:creationId xmlns:a16="http://schemas.microsoft.com/office/drawing/2014/main" id="{4B5533D0-F2AD-4C5A-8BB4-A401CD894C09}"/>
              </a:ext>
            </a:extLst>
          </p:cNvPr>
          <p:cNvSpPr>
            <a:spLocks noGrp="1"/>
          </p:cNvSpPr>
          <p:nvPr/>
        </p:nvSpPr>
        <p:spPr>
          <a:xfrm>
            <a:off x="6129334" y="3339972"/>
            <a:ext cx="4191000" cy="1047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/>
          <a:lstStyle/>
          <a:p>
            <a:pPr algn="l">
              <a:lnSpc>
                <a:spcPct val="116000"/>
              </a:lnSpc>
              <a:buNone/>
              <a:defRPr sz="1650" b="0">
                <a:solidFill>
                  <a:srgbClr val="B8BEC8"/>
                </a:solidFill>
                <a:latin typeface="Calibri"/>
                <a:ea typeface="Calibri"/>
                <a:cs typeface="Calibri"/>
              </a:defRPr>
            </a:pPr>
            <a:r>
              <a:rPr lang="es-ES_tradnl" sz="1650" b="0" dirty="0">
                <a:solidFill>
                  <a:srgbClr val="B8BEC8"/>
                </a:solidFill>
                <a:latin typeface="Calibri"/>
                <a:ea typeface="Calibri"/>
                <a:cs typeface="Calibri"/>
              </a:rPr>
              <a:t>Es saber con certeza si la información es correcta, donde qued</a:t>
            </a:r>
            <a:r>
              <a:rPr lang="es-ES_tradnl" sz="1650" dirty="0">
                <a:solidFill>
                  <a:srgbClr val="B8BEC8"/>
                </a:solidFill>
                <a:latin typeface="Calibri"/>
                <a:ea typeface="Calibri"/>
                <a:cs typeface="Calibri"/>
              </a:rPr>
              <a:t>ó</a:t>
            </a:r>
            <a:r>
              <a:rPr lang="es-ES_tradnl" sz="1650" b="0" dirty="0">
                <a:solidFill>
                  <a:srgbClr val="B8BEC8"/>
                </a:solidFill>
                <a:latin typeface="Calibri"/>
                <a:ea typeface="Calibri"/>
                <a:cs typeface="Calibri"/>
              </a:rPr>
              <a:t> y que pedido representa.</a:t>
            </a:r>
          </a:p>
        </p:txBody>
      </p:sp>
      <p:sp>
        <p:nvSpPr>
          <p:cNvPr id="20" name="Rectángulo 19">
            <a:extLst>
              <a:ext uri="{FF2B5EF4-FFF2-40B4-BE49-F238E27FC236}">
                <a16:creationId xmlns:a16="http://schemas.microsoft.com/office/drawing/2014/main" id="{3009D82F-CC05-4270-BFEC-B8BFF442754B}"/>
              </a:ext>
            </a:extLst>
          </p:cNvPr>
          <p:cNvSpPr>
            <a:spLocks noGrp="1"/>
          </p:cNvSpPr>
          <p:nvPr/>
        </p:nvSpPr>
        <p:spPr>
          <a:xfrm>
            <a:off x="6148384" y="4463415"/>
            <a:ext cx="2095500" cy="47625"/>
          </a:xfrm>
          <a:prstGeom prst="rect">
            <a:avLst/>
          </a:prstGeom>
          <a:solidFill>
            <a:srgbClr val="BD1F36"/>
          </a:solidFill>
          <a:ln w="0">
            <a:solidFill>
              <a:srgbClr val="BD1F36"/>
            </a:solidFill>
            <a:prstDash val="solid"/>
          </a:ln>
        </p:spPr>
      </p:sp>
      <p:sp>
        <p:nvSpPr>
          <p:cNvPr id="21" name="Rectángulo 20">
            <a:extLst>
              <a:ext uri="{FF2B5EF4-FFF2-40B4-BE49-F238E27FC236}">
                <a16:creationId xmlns:a16="http://schemas.microsoft.com/office/drawing/2014/main" id="{CDD24C32-17CE-4651-BA49-54F40C4551FE}"/>
              </a:ext>
            </a:extLst>
          </p:cNvPr>
          <p:cNvSpPr>
            <a:spLocks noGrp="1"/>
          </p:cNvSpPr>
          <p:nvPr/>
        </p:nvSpPr>
        <p:spPr>
          <a:xfrm>
            <a:off x="533400" y="6515100"/>
            <a:ext cx="34290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/>
          <a:lstStyle/>
          <a:p>
            <a:pPr algn="l">
              <a:lnSpc>
                <a:spcPct val="108000"/>
              </a:lnSpc>
              <a:buNone/>
              <a:defRPr sz="675" b="0">
                <a:solidFill>
                  <a:srgbClr val="7D8592"/>
                </a:solidFill>
                <a:latin typeface="Calibri"/>
                <a:ea typeface="Calibri"/>
                <a:cs typeface="Calibri"/>
              </a:defRPr>
            </a:pPr>
            <a:r>
              <a:rPr lang="es-ES_tradnl" sz="675" b="0">
                <a:solidFill>
                  <a:srgbClr val="7D8592"/>
                </a:solidFill>
                <a:latin typeface="Calibri"/>
                <a:ea typeface="Calibri"/>
                <a:cs typeface="Calibri"/>
              </a:rPr>
              <a:t>RMC Control System | RMC MockupTool</a:t>
            </a:r>
          </a:p>
        </p:txBody>
      </p:sp>
      <p:sp>
        <p:nvSpPr>
          <p:cNvPr id="22" name="Rectángulo 21">
            <a:extLst>
              <a:ext uri="{FF2B5EF4-FFF2-40B4-BE49-F238E27FC236}">
                <a16:creationId xmlns:a16="http://schemas.microsoft.com/office/drawing/2014/main" id="{C4D53376-EADD-419C-90DA-BEDEEFB0DE95}"/>
              </a:ext>
            </a:extLst>
          </p:cNvPr>
          <p:cNvSpPr>
            <a:spLocks noGrp="1"/>
          </p:cNvSpPr>
          <p:nvPr/>
        </p:nvSpPr>
        <p:spPr>
          <a:xfrm>
            <a:off x="11334750" y="6496050"/>
            <a:ext cx="3238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/>
          <a:lstStyle/>
          <a:p>
            <a:pPr algn="r">
              <a:lnSpc>
                <a:spcPct val="108000"/>
              </a:lnSpc>
              <a:buNone/>
              <a:defRPr sz="750" b="0">
                <a:solidFill>
                  <a:srgbClr val="7D8592"/>
                </a:solidFill>
                <a:latin typeface="Calibri"/>
                <a:ea typeface="Calibri"/>
                <a:cs typeface="Calibri"/>
              </a:defRPr>
            </a:pPr>
            <a:r>
              <a:rPr lang="es-ES_tradnl" sz="750" b="0">
                <a:solidFill>
                  <a:srgbClr val="7D8592"/>
                </a:solidFill>
                <a:latin typeface="Calibri"/>
                <a:ea typeface="Calibri"/>
                <a:cs typeface="Calibri"/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174406397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F1F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Rectángulo 47">
            <a:extLst>
              <a:ext uri="{FF2B5EF4-FFF2-40B4-BE49-F238E27FC236}">
                <a16:creationId xmlns:a16="http://schemas.microsoft.com/office/drawing/2014/main" id="{612EC07A-28EF-4A71-9C29-3D6B050ECABD}"/>
              </a:ext>
            </a:extLst>
          </p:cNvPr>
          <p:cNvSpPr>
            <a:spLocks noGrp="1"/>
          </p:cNvSpPr>
          <p:nvPr/>
        </p:nvSpPr>
        <p:spPr>
          <a:xfrm>
            <a:off x="504822" y="419100"/>
            <a:ext cx="4000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r>
              <a:rPr lang="es-ES_tradnl" sz="975" b="1" dirty="0">
                <a:solidFill>
                  <a:srgbClr val="AEB4BF"/>
                </a:solidFill>
              </a:rPr>
              <a:t>FLUJO SEGURO</a:t>
            </a:r>
          </a:p>
        </p:txBody>
      </p:sp>
      <p:sp>
        <p:nvSpPr>
          <p:cNvPr id="2" name="Rectángulo 1">
            <a:extLst>
              <a:ext uri="{FF2B5EF4-FFF2-40B4-BE49-F238E27FC236}">
                <a16:creationId xmlns:a16="http://schemas.microsoft.com/office/drawing/2014/main" id="{230ABBFC-6E86-4E73-926C-E4BCA7963929}"/>
              </a:ext>
            </a:extLst>
          </p:cNvPr>
          <p:cNvSpPr>
            <a:spLocks noGrp="1"/>
          </p:cNvSpPr>
          <p:nvPr/>
        </p:nvSpPr>
        <p:spPr>
          <a:xfrm>
            <a:off x="504822" y="666750"/>
            <a:ext cx="10058400" cy="723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r>
              <a:rPr lang="es-ES_tradnl" sz="2700" b="1">
                <a:solidFill>
                  <a:schemeClr val="bg1"/>
                </a:solidFill>
              </a:rPr>
              <a:t>MockupTool convierte el Excel en un plan antes de escribir.</a:t>
            </a:r>
          </a:p>
        </p:txBody>
      </p:sp>
      <p:sp>
        <p:nvSpPr>
          <p:cNvPr id="3" name="Rectángulo 2">
            <a:extLst>
              <a:ext uri="{FF2B5EF4-FFF2-40B4-BE49-F238E27FC236}">
                <a16:creationId xmlns:a16="http://schemas.microsoft.com/office/drawing/2014/main" id="{B72DAC74-5E17-4B39-A438-567CDF250736}"/>
              </a:ext>
            </a:extLst>
          </p:cNvPr>
          <p:cNvSpPr>
            <a:spLocks noGrp="1"/>
          </p:cNvSpPr>
          <p:nvPr/>
        </p:nvSpPr>
        <p:spPr>
          <a:xfrm>
            <a:off x="523872" y="1114425"/>
            <a:ext cx="73342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r>
              <a:rPr lang="es-ES_tradnl" sz="1350">
                <a:solidFill>
                  <a:srgbClr val="AEB4BF"/>
                </a:solidFill>
              </a:rPr>
              <a:t>El flujo productivo del repo esta construido alrededor de una regla: validar primero y generar después.</a:t>
            </a:r>
          </a:p>
        </p:txBody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id="{53C016F6-D7DD-4286-979B-64BDCF1E451C}"/>
              </a:ext>
            </a:extLst>
          </p:cNvPr>
          <p:cNvSpPr>
            <a:spLocks noGrp="1"/>
          </p:cNvSpPr>
          <p:nvPr/>
        </p:nvSpPr>
        <p:spPr>
          <a:xfrm>
            <a:off x="590550" y="323850"/>
            <a:ext cx="514350" cy="38100"/>
          </a:xfrm>
          <a:prstGeom prst="rect">
            <a:avLst/>
          </a:prstGeom>
          <a:solidFill>
            <a:srgbClr val="BD1F36"/>
          </a:solidFill>
          <a:ln w="0">
            <a:solidFill>
              <a:srgbClr val="BD1F36"/>
            </a:solidFill>
            <a:prstDash val="solid"/>
          </a:ln>
        </p:spPr>
      </p:sp>
      <p:sp>
        <p:nvSpPr>
          <p:cNvPr id="5" name="Rectángulo redondeado 4">
            <a:extLst>
              <a:ext uri="{FF2B5EF4-FFF2-40B4-BE49-F238E27FC236}">
                <a16:creationId xmlns:a16="http://schemas.microsoft.com/office/drawing/2014/main" id="{CCF649B8-FFEA-48E2-A1E7-B717A902451E}"/>
              </a:ext>
            </a:extLst>
          </p:cNvPr>
          <p:cNvSpPr>
            <a:spLocks noGrp="1"/>
          </p:cNvSpPr>
          <p:nvPr/>
        </p:nvSpPr>
        <p:spPr>
          <a:xfrm>
            <a:off x="701040" y="2333625"/>
            <a:ext cx="2132838" cy="1562100"/>
          </a:xfrm>
          <a:prstGeom prst="roundRect">
            <a:avLst>
              <a:gd name="adj" fmla="val 4878"/>
            </a:avLst>
          </a:prstGeom>
          <a:solidFill>
            <a:srgbClr val="292B30"/>
          </a:solidFill>
          <a:ln w="9525">
            <a:solidFill>
              <a:srgbClr val="444952"/>
            </a:solidFill>
            <a:prstDash val="solid"/>
          </a:ln>
        </p:spPr>
      </p:sp>
      <p:sp>
        <p:nvSpPr>
          <p:cNvPr id="6" name="Rectángulo 5">
            <a:extLst>
              <a:ext uri="{FF2B5EF4-FFF2-40B4-BE49-F238E27FC236}">
                <a16:creationId xmlns:a16="http://schemas.microsoft.com/office/drawing/2014/main" id="{E4A404F1-31A1-44C9-B96F-504055E599E4}"/>
              </a:ext>
            </a:extLst>
          </p:cNvPr>
          <p:cNvSpPr>
            <a:spLocks noGrp="1"/>
          </p:cNvSpPr>
          <p:nvPr/>
        </p:nvSpPr>
        <p:spPr>
          <a:xfrm>
            <a:off x="701040" y="2333625"/>
            <a:ext cx="2132838" cy="66675"/>
          </a:xfrm>
          <a:prstGeom prst="rect">
            <a:avLst/>
          </a:prstGeom>
          <a:solidFill>
            <a:srgbClr val="BD1F36"/>
          </a:solidFill>
          <a:ln w="0">
            <a:solidFill>
              <a:srgbClr val="BD1F36"/>
            </a:solidFill>
            <a:prstDash val="solid"/>
          </a:ln>
        </p:spPr>
      </p:sp>
      <p:sp>
        <p:nvSpPr>
          <p:cNvPr id="7" name="Rectángulo 6">
            <a:extLst>
              <a:ext uri="{FF2B5EF4-FFF2-40B4-BE49-F238E27FC236}">
                <a16:creationId xmlns:a16="http://schemas.microsoft.com/office/drawing/2014/main" id="{491971EA-8641-4DF8-8E2B-1BD9170C5928}"/>
              </a:ext>
            </a:extLst>
          </p:cNvPr>
          <p:cNvSpPr>
            <a:spLocks noGrp="1"/>
          </p:cNvSpPr>
          <p:nvPr/>
        </p:nvSpPr>
        <p:spPr>
          <a:xfrm>
            <a:off x="853440" y="2571750"/>
            <a:ext cx="4191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/>
          <a:lstStyle/>
          <a:p>
            <a:pPr algn="l">
              <a:lnSpc>
                <a:spcPct val="108000"/>
              </a:lnSpc>
              <a:buNone/>
              <a:defRPr sz="2250" b="1">
                <a:solidFill>
                  <a:srgbClr val="7D8592"/>
                </a:solidFill>
                <a:latin typeface="Calibri"/>
                <a:ea typeface="Calibri"/>
                <a:cs typeface="Calibri"/>
              </a:defRPr>
            </a:pPr>
            <a:r>
              <a:rPr lang="es-ES_tradnl" sz="2250" b="1">
                <a:solidFill>
                  <a:srgbClr val="7D8592"/>
                </a:solidFill>
                <a:latin typeface="Calibri"/>
                <a:ea typeface="Calibri"/>
                <a:cs typeface="Calibri"/>
              </a:rPr>
              <a:t>1</a:t>
            </a:r>
          </a:p>
        </p:txBody>
      </p:sp>
      <p:sp>
        <p:nvSpPr>
          <p:cNvPr id="8" name="Rectángulo 7">
            <a:extLst>
              <a:ext uri="{FF2B5EF4-FFF2-40B4-BE49-F238E27FC236}">
                <a16:creationId xmlns:a16="http://schemas.microsoft.com/office/drawing/2014/main" id="{9BE7AEF7-D527-4A10-ACF2-32FCBADA0102}"/>
              </a:ext>
            </a:extLst>
          </p:cNvPr>
          <p:cNvSpPr>
            <a:spLocks noGrp="1"/>
          </p:cNvSpPr>
          <p:nvPr/>
        </p:nvSpPr>
        <p:spPr>
          <a:xfrm>
            <a:off x="1053846" y="2584704"/>
            <a:ext cx="11430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r>
              <a:rPr lang="es-ES_tradnl" b="1" dirty="0">
                <a:solidFill>
                  <a:schemeClr val="bg1"/>
                </a:solidFill>
              </a:rPr>
              <a:t>Preparar</a:t>
            </a:r>
          </a:p>
        </p:txBody>
      </p:sp>
      <p:sp>
        <p:nvSpPr>
          <p:cNvPr id="9" name="Rectángulo 8">
            <a:extLst>
              <a:ext uri="{FF2B5EF4-FFF2-40B4-BE49-F238E27FC236}">
                <a16:creationId xmlns:a16="http://schemas.microsoft.com/office/drawing/2014/main" id="{0B56BF28-6732-40C0-B2DC-00A7ECD32939}"/>
              </a:ext>
            </a:extLst>
          </p:cNvPr>
          <p:cNvSpPr>
            <a:spLocks noGrp="1"/>
          </p:cNvSpPr>
          <p:nvPr/>
        </p:nvSpPr>
        <p:spPr>
          <a:xfrm>
            <a:off x="735330" y="2977895"/>
            <a:ext cx="2052828" cy="621411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r>
              <a:rPr lang="es-ES_tradnl" sz="1200" dirty="0">
                <a:solidFill>
                  <a:srgbClr val="AEB4BF"/>
                </a:solidFill>
              </a:rPr>
              <a:t>Excel, Sección (Personalizadas o Genérica) , salida, diseñador y filtros.</a:t>
            </a:r>
          </a:p>
        </p:txBody>
      </p:sp>
      <p:sp>
        <p:nvSpPr>
          <p:cNvPr id="10" name="Rectángulo 9">
            <a:extLst>
              <a:ext uri="{FF2B5EF4-FFF2-40B4-BE49-F238E27FC236}">
                <a16:creationId xmlns:a16="http://schemas.microsoft.com/office/drawing/2014/main" id="{CBEE15CC-236A-4875-BB53-176985A47A34}"/>
              </a:ext>
            </a:extLst>
          </p:cNvPr>
          <p:cNvSpPr>
            <a:spLocks noGrp="1"/>
          </p:cNvSpPr>
          <p:nvPr/>
        </p:nvSpPr>
        <p:spPr>
          <a:xfrm>
            <a:off x="2931414" y="2914650"/>
            <a:ext cx="2286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/>
          <a:lstStyle/>
          <a:p>
            <a:pPr algn="l">
              <a:lnSpc>
                <a:spcPct val="108000"/>
              </a:lnSpc>
              <a:buNone/>
              <a:defRPr sz="1950" b="1">
                <a:solidFill>
                  <a:srgbClr val="7D8592"/>
                </a:solidFill>
                <a:latin typeface="Calibri"/>
                <a:ea typeface="Calibri"/>
                <a:cs typeface="Calibri"/>
              </a:defRPr>
            </a:pPr>
            <a:r>
              <a:rPr lang="es-ES_tradnl" sz="1950" b="1">
                <a:solidFill>
                  <a:srgbClr val="7D8592"/>
                </a:solidFill>
                <a:latin typeface="Calibri"/>
                <a:ea typeface="Calibri"/>
                <a:cs typeface="Calibri"/>
              </a:rPr>
              <a:t>&gt;</a:t>
            </a:r>
          </a:p>
        </p:txBody>
      </p:sp>
      <p:sp>
        <p:nvSpPr>
          <p:cNvPr id="11" name="Rectángulo redondeado 10">
            <a:extLst>
              <a:ext uri="{FF2B5EF4-FFF2-40B4-BE49-F238E27FC236}">
                <a16:creationId xmlns:a16="http://schemas.microsoft.com/office/drawing/2014/main" id="{044681F4-E2AB-45C8-BDF2-356E15912DEC}"/>
              </a:ext>
            </a:extLst>
          </p:cNvPr>
          <p:cNvSpPr>
            <a:spLocks noGrp="1"/>
          </p:cNvSpPr>
          <p:nvPr/>
        </p:nvSpPr>
        <p:spPr>
          <a:xfrm>
            <a:off x="3045714" y="2333625"/>
            <a:ext cx="1943100" cy="1562100"/>
          </a:xfrm>
          <a:prstGeom prst="roundRect">
            <a:avLst>
              <a:gd name="adj" fmla="val 4878"/>
            </a:avLst>
          </a:prstGeom>
          <a:solidFill>
            <a:srgbClr val="292B30"/>
          </a:solidFill>
          <a:ln w="9525">
            <a:solidFill>
              <a:srgbClr val="444952"/>
            </a:solidFill>
            <a:prstDash val="solid"/>
          </a:ln>
        </p:spPr>
      </p:sp>
      <p:sp>
        <p:nvSpPr>
          <p:cNvPr id="12" name="Rectángulo 11">
            <a:extLst>
              <a:ext uri="{FF2B5EF4-FFF2-40B4-BE49-F238E27FC236}">
                <a16:creationId xmlns:a16="http://schemas.microsoft.com/office/drawing/2014/main" id="{CBDCC709-3320-4A54-BD3F-8D70FC583EFB}"/>
              </a:ext>
            </a:extLst>
          </p:cNvPr>
          <p:cNvSpPr>
            <a:spLocks noGrp="1"/>
          </p:cNvSpPr>
          <p:nvPr/>
        </p:nvSpPr>
        <p:spPr>
          <a:xfrm>
            <a:off x="3045714" y="2333625"/>
            <a:ext cx="1943100" cy="66675"/>
          </a:xfrm>
          <a:prstGeom prst="rect">
            <a:avLst/>
          </a:prstGeom>
          <a:solidFill>
            <a:srgbClr val="BD1F36"/>
          </a:solidFill>
          <a:ln w="0">
            <a:solidFill>
              <a:srgbClr val="BD1F36"/>
            </a:solidFill>
            <a:prstDash val="solid"/>
          </a:ln>
        </p:spPr>
      </p:sp>
      <p:sp>
        <p:nvSpPr>
          <p:cNvPr id="13" name="Rectángulo 12">
            <a:extLst>
              <a:ext uri="{FF2B5EF4-FFF2-40B4-BE49-F238E27FC236}">
                <a16:creationId xmlns:a16="http://schemas.microsoft.com/office/drawing/2014/main" id="{422A299B-E551-4109-B092-4511E280477B}"/>
              </a:ext>
            </a:extLst>
          </p:cNvPr>
          <p:cNvSpPr>
            <a:spLocks noGrp="1"/>
          </p:cNvSpPr>
          <p:nvPr/>
        </p:nvSpPr>
        <p:spPr>
          <a:xfrm>
            <a:off x="3198114" y="2571750"/>
            <a:ext cx="4191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/>
          <a:lstStyle/>
          <a:p>
            <a:pPr algn="l">
              <a:lnSpc>
                <a:spcPct val="108000"/>
              </a:lnSpc>
              <a:buNone/>
              <a:defRPr sz="2250" b="1">
                <a:solidFill>
                  <a:srgbClr val="7D8592"/>
                </a:solidFill>
                <a:latin typeface="Calibri"/>
                <a:ea typeface="Calibri"/>
                <a:cs typeface="Calibri"/>
              </a:defRPr>
            </a:pPr>
            <a:r>
              <a:rPr lang="es-ES_tradnl" sz="2250" b="1">
                <a:solidFill>
                  <a:srgbClr val="7D8592"/>
                </a:solidFill>
                <a:latin typeface="Calibri"/>
                <a:ea typeface="Calibri"/>
                <a:cs typeface="Calibri"/>
              </a:rPr>
              <a:t>2</a:t>
            </a:r>
          </a:p>
        </p:txBody>
      </p:sp>
      <p:sp>
        <p:nvSpPr>
          <p:cNvPr id="14" name="Rectángulo 13">
            <a:extLst>
              <a:ext uri="{FF2B5EF4-FFF2-40B4-BE49-F238E27FC236}">
                <a16:creationId xmlns:a16="http://schemas.microsoft.com/office/drawing/2014/main" id="{F97E44E1-0F2B-48D6-AE2D-3578C5F762D8}"/>
              </a:ext>
            </a:extLst>
          </p:cNvPr>
          <p:cNvSpPr>
            <a:spLocks noGrp="1"/>
          </p:cNvSpPr>
          <p:nvPr/>
        </p:nvSpPr>
        <p:spPr>
          <a:xfrm>
            <a:off x="3398520" y="2584704"/>
            <a:ext cx="11430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r>
              <a:rPr lang="es-ES_tradnl" b="1" dirty="0">
                <a:solidFill>
                  <a:schemeClr val="bg1"/>
                </a:solidFill>
              </a:rPr>
              <a:t>Validar</a:t>
            </a:r>
          </a:p>
        </p:txBody>
      </p:sp>
      <p:sp>
        <p:nvSpPr>
          <p:cNvPr id="15" name="Rectángulo 14">
            <a:extLst>
              <a:ext uri="{FF2B5EF4-FFF2-40B4-BE49-F238E27FC236}">
                <a16:creationId xmlns:a16="http://schemas.microsoft.com/office/drawing/2014/main" id="{43E5A99F-8576-4CA2-A5BA-C509829B7083}"/>
              </a:ext>
            </a:extLst>
          </p:cNvPr>
          <p:cNvSpPr>
            <a:spLocks noGrp="1"/>
          </p:cNvSpPr>
          <p:nvPr/>
        </p:nvSpPr>
        <p:spPr>
          <a:xfrm>
            <a:off x="3125724" y="2950463"/>
            <a:ext cx="1765554" cy="621411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r>
              <a:rPr lang="es-ES_tradnl" sz="1200" dirty="0">
                <a:solidFill>
                  <a:srgbClr val="AEB4BF"/>
                </a:solidFill>
              </a:rPr>
              <a:t>Calcula faltantes, creados y conflictos.</a:t>
            </a:r>
          </a:p>
        </p:txBody>
      </p:sp>
      <p:sp>
        <p:nvSpPr>
          <p:cNvPr id="16" name="Rectángulo 15">
            <a:extLst>
              <a:ext uri="{FF2B5EF4-FFF2-40B4-BE49-F238E27FC236}">
                <a16:creationId xmlns:a16="http://schemas.microsoft.com/office/drawing/2014/main" id="{7B6F3E7A-F33E-444D-BDDD-F24F015ADF13}"/>
              </a:ext>
            </a:extLst>
          </p:cNvPr>
          <p:cNvSpPr>
            <a:spLocks noGrp="1"/>
          </p:cNvSpPr>
          <p:nvPr/>
        </p:nvSpPr>
        <p:spPr>
          <a:xfrm>
            <a:off x="5084064" y="2914650"/>
            <a:ext cx="2286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/>
          <a:lstStyle/>
          <a:p>
            <a:pPr algn="l">
              <a:lnSpc>
                <a:spcPct val="108000"/>
              </a:lnSpc>
              <a:buNone/>
              <a:defRPr sz="1950" b="1">
                <a:solidFill>
                  <a:srgbClr val="7D8592"/>
                </a:solidFill>
                <a:latin typeface="Calibri"/>
                <a:ea typeface="Calibri"/>
                <a:cs typeface="Calibri"/>
              </a:defRPr>
            </a:pPr>
            <a:r>
              <a:rPr lang="es-ES_tradnl" sz="1950" b="1">
                <a:solidFill>
                  <a:srgbClr val="7D8592"/>
                </a:solidFill>
                <a:latin typeface="Calibri"/>
                <a:ea typeface="Calibri"/>
                <a:cs typeface="Calibri"/>
              </a:rPr>
              <a:t>&gt;</a:t>
            </a:r>
          </a:p>
        </p:txBody>
      </p:sp>
      <p:sp>
        <p:nvSpPr>
          <p:cNvPr id="17" name="Rectángulo redondeado 16">
            <a:extLst>
              <a:ext uri="{FF2B5EF4-FFF2-40B4-BE49-F238E27FC236}">
                <a16:creationId xmlns:a16="http://schemas.microsoft.com/office/drawing/2014/main" id="{EF41AE89-E103-4C2B-ABA8-BC5149277AED}"/>
              </a:ext>
            </a:extLst>
          </p:cNvPr>
          <p:cNvSpPr>
            <a:spLocks noGrp="1"/>
          </p:cNvSpPr>
          <p:nvPr/>
        </p:nvSpPr>
        <p:spPr>
          <a:xfrm>
            <a:off x="5198364" y="2333625"/>
            <a:ext cx="1943100" cy="1562100"/>
          </a:xfrm>
          <a:prstGeom prst="roundRect">
            <a:avLst>
              <a:gd name="adj" fmla="val 4878"/>
            </a:avLst>
          </a:prstGeom>
          <a:solidFill>
            <a:srgbClr val="292B30"/>
          </a:solidFill>
          <a:ln w="9525">
            <a:solidFill>
              <a:srgbClr val="444952"/>
            </a:solidFill>
            <a:prstDash val="solid"/>
          </a:ln>
        </p:spPr>
      </p:sp>
      <p:sp>
        <p:nvSpPr>
          <p:cNvPr id="18" name="Rectángulo 17">
            <a:extLst>
              <a:ext uri="{FF2B5EF4-FFF2-40B4-BE49-F238E27FC236}">
                <a16:creationId xmlns:a16="http://schemas.microsoft.com/office/drawing/2014/main" id="{D0449C2C-CD96-4EE2-A69D-12F23B9CA97A}"/>
              </a:ext>
            </a:extLst>
          </p:cNvPr>
          <p:cNvSpPr>
            <a:spLocks noGrp="1"/>
          </p:cNvSpPr>
          <p:nvPr/>
        </p:nvSpPr>
        <p:spPr>
          <a:xfrm>
            <a:off x="5198364" y="2333625"/>
            <a:ext cx="1943100" cy="66675"/>
          </a:xfrm>
          <a:prstGeom prst="rect">
            <a:avLst/>
          </a:prstGeom>
          <a:solidFill>
            <a:srgbClr val="F3C747"/>
          </a:solidFill>
          <a:ln w="0">
            <a:solidFill>
              <a:srgbClr val="F3C747"/>
            </a:solidFill>
            <a:prstDash val="solid"/>
          </a:ln>
        </p:spPr>
      </p:sp>
      <p:sp>
        <p:nvSpPr>
          <p:cNvPr id="19" name="Rectángulo 18">
            <a:extLst>
              <a:ext uri="{FF2B5EF4-FFF2-40B4-BE49-F238E27FC236}">
                <a16:creationId xmlns:a16="http://schemas.microsoft.com/office/drawing/2014/main" id="{0352BF96-F5DC-4D4D-B08A-605E88154B23}"/>
              </a:ext>
            </a:extLst>
          </p:cNvPr>
          <p:cNvSpPr>
            <a:spLocks noGrp="1"/>
          </p:cNvSpPr>
          <p:nvPr/>
        </p:nvSpPr>
        <p:spPr>
          <a:xfrm>
            <a:off x="5350764" y="2571750"/>
            <a:ext cx="4191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/>
          <a:lstStyle/>
          <a:p>
            <a:pPr algn="l">
              <a:lnSpc>
                <a:spcPct val="108000"/>
              </a:lnSpc>
              <a:buNone/>
              <a:defRPr sz="2250" b="1">
                <a:solidFill>
                  <a:srgbClr val="7D8592"/>
                </a:solidFill>
                <a:latin typeface="Calibri"/>
                <a:ea typeface="Calibri"/>
                <a:cs typeface="Calibri"/>
              </a:defRPr>
            </a:pPr>
            <a:r>
              <a:rPr lang="es-ES_tradnl" sz="2250" b="1">
                <a:solidFill>
                  <a:srgbClr val="7D8592"/>
                </a:solidFill>
                <a:latin typeface="Calibri"/>
                <a:ea typeface="Calibri"/>
                <a:cs typeface="Calibri"/>
              </a:rPr>
              <a:t>3</a:t>
            </a:r>
          </a:p>
        </p:txBody>
      </p:sp>
      <p:sp>
        <p:nvSpPr>
          <p:cNvPr id="20" name="Rectángulo 19">
            <a:extLst>
              <a:ext uri="{FF2B5EF4-FFF2-40B4-BE49-F238E27FC236}">
                <a16:creationId xmlns:a16="http://schemas.microsoft.com/office/drawing/2014/main" id="{1ADFB0C8-14E7-4CB3-A4F7-DAAEA5524843}"/>
              </a:ext>
            </a:extLst>
          </p:cNvPr>
          <p:cNvSpPr>
            <a:spLocks noGrp="1"/>
          </p:cNvSpPr>
          <p:nvPr/>
        </p:nvSpPr>
        <p:spPr>
          <a:xfrm>
            <a:off x="5551170" y="2584704"/>
            <a:ext cx="11430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r>
              <a:rPr lang="es-ES_tradnl" b="1" dirty="0">
                <a:solidFill>
                  <a:schemeClr val="bg1"/>
                </a:solidFill>
              </a:rPr>
              <a:t>Generar</a:t>
            </a:r>
          </a:p>
        </p:txBody>
      </p:sp>
      <p:sp>
        <p:nvSpPr>
          <p:cNvPr id="21" name="Rectángulo 20">
            <a:extLst>
              <a:ext uri="{FF2B5EF4-FFF2-40B4-BE49-F238E27FC236}">
                <a16:creationId xmlns:a16="http://schemas.microsoft.com/office/drawing/2014/main" id="{AF4B9F70-8584-4037-A6ED-565808FF3B8F}"/>
              </a:ext>
            </a:extLst>
          </p:cNvPr>
          <p:cNvSpPr>
            <a:spLocks noGrp="1"/>
          </p:cNvSpPr>
          <p:nvPr/>
        </p:nvSpPr>
        <p:spPr>
          <a:xfrm>
            <a:off x="5278374" y="2950463"/>
            <a:ext cx="1765554" cy="621411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r>
              <a:rPr lang="es-ES_tradnl" sz="1200" dirty="0">
                <a:solidFill>
                  <a:srgbClr val="AEB4BF"/>
                </a:solidFill>
              </a:rPr>
              <a:t>Vuelve a validar y procesa solo FALTANTE.</a:t>
            </a:r>
          </a:p>
        </p:txBody>
      </p:sp>
      <p:sp>
        <p:nvSpPr>
          <p:cNvPr id="22" name="Rectángulo 21">
            <a:extLst>
              <a:ext uri="{FF2B5EF4-FFF2-40B4-BE49-F238E27FC236}">
                <a16:creationId xmlns:a16="http://schemas.microsoft.com/office/drawing/2014/main" id="{A7B019C2-6117-4722-A41C-BB77F139E6CC}"/>
              </a:ext>
            </a:extLst>
          </p:cNvPr>
          <p:cNvSpPr>
            <a:spLocks noGrp="1"/>
          </p:cNvSpPr>
          <p:nvPr/>
        </p:nvSpPr>
        <p:spPr>
          <a:xfrm>
            <a:off x="7236714" y="2914650"/>
            <a:ext cx="2286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/>
          <a:lstStyle/>
          <a:p>
            <a:pPr algn="l">
              <a:lnSpc>
                <a:spcPct val="108000"/>
              </a:lnSpc>
              <a:buNone/>
              <a:defRPr sz="1950" b="1">
                <a:solidFill>
                  <a:srgbClr val="7D8592"/>
                </a:solidFill>
                <a:latin typeface="Calibri"/>
                <a:ea typeface="Calibri"/>
                <a:cs typeface="Calibri"/>
              </a:defRPr>
            </a:pPr>
            <a:r>
              <a:rPr lang="es-ES_tradnl" sz="1950" b="1">
                <a:solidFill>
                  <a:srgbClr val="7D8592"/>
                </a:solidFill>
                <a:latin typeface="Calibri"/>
                <a:ea typeface="Calibri"/>
                <a:cs typeface="Calibri"/>
              </a:rPr>
              <a:t>&gt;</a:t>
            </a:r>
          </a:p>
        </p:txBody>
      </p:sp>
      <p:sp>
        <p:nvSpPr>
          <p:cNvPr id="23" name="Rectángulo redondeado 22">
            <a:extLst>
              <a:ext uri="{FF2B5EF4-FFF2-40B4-BE49-F238E27FC236}">
                <a16:creationId xmlns:a16="http://schemas.microsoft.com/office/drawing/2014/main" id="{7216F404-8874-4CD7-8B0C-A6917A5D9943}"/>
              </a:ext>
            </a:extLst>
          </p:cNvPr>
          <p:cNvSpPr>
            <a:spLocks noGrp="1"/>
          </p:cNvSpPr>
          <p:nvPr/>
        </p:nvSpPr>
        <p:spPr>
          <a:xfrm>
            <a:off x="7351014" y="2333625"/>
            <a:ext cx="1943100" cy="1562100"/>
          </a:xfrm>
          <a:prstGeom prst="roundRect">
            <a:avLst>
              <a:gd name="adj" fmla="val 4878"/>
            </a:avLst>
          </a:prstGeom>
          <a:solidFill>
            <a:srgbClr val="292B30"/>
          </a:solidFill>
          <a:ln w="9525">
            <a:solidFill>
              <a:srgbClr val="444952"/>
            </a:solidFill>
            <a:prstDash val="solid"/>
          </a:ln>
        </p:spPr>
      </p:sp>
      <p:sp>
        <p:nvSpPr>
          <p:cNvPr id="24" name="Rectángulo 23">
            <a:extLst>
              <a:ext uri="{FF2B5EF4-FFF2-40B4-BE49-F238E27FC236}">
                <a16:creationId xmlns:a16="http://schemas.microsoft.com/office/drawing/2014/main" id="{81293BF2-B288-4EC1-B4AE-CC44D0A7766D}"/>
              </a:ext>
            </a:extLst>
          </p:cNvPr>
          <p:cNvSpPr>
            <a:spLocks noGrp="1"/>
          </p:cNvSpPr>
          <p:nvPr/>
        </p:nvSpPr>
        <p:spPr>
          <a:xfrm>
            <a:off x="7351014" y="2333625"/>
            <a:ext cx="1943100" cy="66675"/>
          </a:xfrm>
          <a:prstGeom prst="rect">
            <a:avLst/>
          </a:prstGeom>
          <a:solidFill>
            <a:srgbClr val="BD1F36"/>
          </a:solidFill>
          <a:ln w="0">
            <a:solidFill>
              <a:srgbClr val="BD1F36"/>
            </a:solidFill>
            <a:prstDash val="solid"/>
          </a:ln>
        </p:spPr>
      </p:sp>
      <p:sp>
        <p:nvSpPr>
          <p:cNvPr id="25" name="Rectángulo 24">
            <a:extLst>
              <a:ext uri="{FF2B5EF4-FFF2-40B4-BE49-F238E27FC236}">
                <a16:creationId xmlns:a16="http://schemas.microsoft.com/office/drawing/2014/main" id="{3A8AC06B-1FF9-431F-8E9E-BE7564582B63}"/>
              </a:ext>
            </a:extLst>
          </p:cNvPr>
          <p:cNvSpPr>
            <a:spLocks noGrp="1"/>
          </p:cNvSpPr>
          <p:nvPr/>
        </p:nvSpPr>
        <p:spPr>
          <a:xfrm>
            <a:off x="7503414" y="2571750"/>
            <a:ext cx="4191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/>
          <a:lstStyle/>
          <a:p>
            <a:pPr algn="l">
              <a:lnSpc>
                <a:spcPct val="108000"/>
              </a:lnSpc>
              <a:buNone/>
              <a:defRPr sz="2250" b="1">
                <a:solidFill>
                  <a:srgbClr val="7D8592"/>
                </a:solidFill>
                <a:latin typeface="Calibri"/>
                <a:ea typeface="Calibri"/>
                <a:cs typeface="Calibri"/>
              </a:defRPr>
            </a:pPr>
            <a:r>
              <a:rPr lang="es-ES_tradnl" sz="2250" b="1">
                <a:solidFill>
                  <a:srgbClr val="7D8592"/>
                </a:solidFill>
                <a:latin typeface="Calibri"/>
                <a:ea typeface="Calibri"/>
                <a:cs typeface="Calibri"/>
              </a:rPr>
              <a:t>4</a:t>
            </a:r>
          </a:p>
        </p:txBody>
      </p:sp>
      <p:sp>
        <p:nvSpPr>
          <p:cNvPr id="26" name="Rectángulo 25">
            <a:extLst>
              <a:ext uri="{FF2B5EF4-FFF2-40B4-BE49-F238E27FC236}">
                <a16:creationId xmlns:a16="http://schemas.microsoft.com/office/drawing/2014/main" id="{B3F0A26A-8CAF-4D9C-A183-05BA1B258488}"/>
              </a:ext>
            </a:extLst>
          </p:cNvPr>
          <p:cNvSpPr>
            <a:spLocks noGrp="1"/>
          </p:cNvSpPr>
          <p:nvPr/>
        </p:nvSpPr>
        <p:spPr>
          <a:xfrm>
            <a:off x="7703820" y="2584704"/>
            <a:ext cx="11430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r>
              <a:rPr lang="es-ES_tradnl" b="1" dirty="0">
                <a:solidFill>
                  <a:schemeClr val="bg1"/>
                </a:solidFill>
              </a:rPr>
              <a:t>Registrar</a:t>
            </a:r>
          </a:p>
        </p:txBody>
      </p:sp>
      <p:sp>
        <p:nvSpPr>
          <p:cNvPr id="27" name="Rectángulo 26">
            <a:extLst>
              <a:ext uri="{FF2B5EF4-FFF2-40B4-BE49-F238E27FC236}">
                <a16:creationId xmlns:a16="http://schemas.microsoft.com/office/drawing/2014/main" id="{70B26699-9B9A-4080-8567-9755CA1AB24A}"/>
              </a:ext>
            </a:extLst>
          </p:cNvPr>
          <p:cNvSpPr>
            <a:spLocks noGrp="1"/>
          </p:cNvSpPr>
          <p:nvPr/>
        </p:nvSpPr>
        <p:spPr>
          <a:xfrm>
            <a:off x="7431024" y="2950463"/>
            <a:ext cx="1765554" cy="621411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r>
              <a:rPr lang="es-ES_tradnl" sz="1200" dirty="0">
                <a:solidFill>
                  <a:srgbClr val="AEB4BF"/>
                </a:solidFill>
              </a:rPr>
              <a:t>Guarda ejecuciones, ítems y rutas en BD</a:t>
            </a:r>
          </a:p>
        </p:txBody>
      </p:sp>
      <p:sp>
        <p:nvSpPr>
          <p:cNvPr id="28" name="Rectángulo 27">
            <a:extLst>
              <a:ext uri="{FF2B5EF4-FFF2-40B4-BE49-F238E27FC236}">
                <a16:creationId xmlns:a16="http://schemas.microsoft.com/office/drawing/2014/main" id="{5F3B58D8-3575-4D9F-89BE-E8582492E4FB}"/>
              </a:ext>
            </a:extLst>
          </p:cNvPr>
          <p:cNvSpPr>
            <a:spLocks noGrp="1"/>
          </p:cNvSpPr>
          <p:nvPr/>
        </p:nvSpPr>
        <p:spPr>
          <a:xfrm>
            <a:off x="9389364" y="2914650"/>
            <a:ext cx="2286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/>
          <a:lstStyle/>
          <a:p>
            <a:pPr algn="l">
              <a:lnSpc>
                <a:spcPct val="108000"/>
              </a:lnSpc>
              <a:buNone/>
              <a:defRPr sz="1950" b="1">
                <a:solidFill>
                  <a:srgbClr val="7D8592"/>
                </a:solidFill>
                <a:latin typeface="Calibri"/>
                <a:ea typeface="Calibri"/>
                <a:cs typeface="Calibri"/>
              </a:defRPr>
            </a:pPr>
            <a:r>
              <a:rPr lang="es-ES_tradnl" sz="1950" b="1">
                <a:solidFill>
                  <a:srgbClr val="7D8592"/>
                </a:solidFill>
                <a:latin typeface="Calibri"/>
                <a:ea typeface="Calibri"/>
                <a:cs typeface="Calibri"/>
              </a:rPr>
              <a:t>&gt;</a:t>
            </a:r>
          </a:p>
        </p:txBody>
      </p:sp>
      <p:sp>
        <p:nvSpPr>
          <p:cNvPr id="29" name="Rectángulo redondeado 28">
            <a:extLst>
              <a:ext uri="{FF2B5EF4-FFF2-40B4-BE49-F238E27FC236}">
                <a16:creationId xmlns:a16="http://schemas.microsoft.com/office/drawing/2014/main" id="{6437BC32-ACD0-41FE-A5D3-2A94358F1470}"/>
              </a:ext>
            </a:extLst>
          </p:cNvPr>
          <p:cNvSpPr>
            <a:spLocks noGrp="1"/>
          </p:cNvSpPr>
          <p:nvPr/>
        </p:nvSpPr>
        <p:spPr>
          <a:xfrm>
            <a:off x="9503664" y="2333625"/>
            <a:ext cx="1943100" cy="1562100"/>
          </a:xfrm>
          <a:prstGeom prst="roundRect">
            <a:avLst>
              <a:gd name="adj" fmla="val 4878"/>
            </a:avLst>
          </a:prstGeom>
          <a:solidFill>
            <a:srgbClr val="292B30"/>
          </a:solidFill>
          <a:ln w="9525">
            <a:solidFill>
              <a:srgbClr val="444952"/>
            </a:solidFill>
            <a:prstDash val="solid"/>
          </a:ln>
        </p:spPr>
      </p:sp>
      <p:sp>
        <p:nvSpPr>
          <p:cNvPr id="30" name="Rectángulo 29">
            <a:extLst>
              <a:ext uri="{FF2B5EF4-FFF2-40B4-BE49-F238E27FC236}">
                <a16:creationId xmlns:a16="http://schemas.microsoft.com/office/drawing/2014/main" id="{E5D3CBFF-84FD-46CE-A61C-59DBC93E1F9F}"/>
              </a:ext>
            </a:extLst>
          </p:cNvPr>
          <p:cNvSpPr>
            <a:spLocks noGrp="1"/>
          </p:cNvSpPr>
          <p:nvPr/>
        </p:nvSpPr>
        <p:spPr>
          <a:xfrm>
            <a:off x="9503664" y="2333625"/>
            <a:ext cx="1943100" cy="66675"/>
          </a:xfrm>
          <a:prstGeom prst="rect">
            <a:avLst/>
          </a:prstGeom>
          <a:solidFill>
            <a:srgbClr val="BD1F36"/>
          </a:solidFill>
          <a:ln w="0">
            <a:solidFill>
              <a:srgbClr val="BD1F36"/>
            </a:solidFill>
            <a:prstDash val="solid"/>
          </a:ln>
        </p:spPr>
      </p:sp>
      <p:sp>
        <p:nvSpPr>
          <p:cNvPr id="31" name="Rectángulo 30">
            <a:extLst>
              <a:ext uri="{FF2B5EF4-FFF2-40B4-BE49-F238E27FC236}">
                <a16:creationId xmlns:a16="http://schemas.microsoft.com/office/drawing/2014/main" id="{CA38DC1A-C4C4-4E3E-A54D-C99A6E332350}"/>
              </a:ext>
            </a:extLst>
          </p:cNvPr>
          <p:cNvSpPr>
            <a:spLocks noGrp="1"/>
          </p:cNvSpPr>
          <p:nvPr/>
        </p:nvSpPr>
        <p:spPr>
          <a:xfrm>
            <a:off x="9656064" y="2571750"/>
            <a:ext cx="4191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/>
          <a:lstStyle/>
          <a:p>
            <a:pPr algn="l">
              <a:lnSpc>
                <a:spcPct val="108000"/>
              </a:lnSpc>
              <a:buNone/>
              <a:defRPr sz="2250" b="1">
                <a:solidFill>
                  <a:srgbClr val="7D8592"/>
                </a:solidFill>
                <a:latin typeface="Calibri"/>
                <a:ea typeface="Calibri"/>
                <a:cs typeface="Calibri"/>
              </a:defRPr>
            </a:pPr>
            <a:r>
              <a:rPr lang="es-ES_tradnl" sz="2250" b="1">
                <a:solidFill>
                  <a:srgbClr val="7D8592"/>
                </a:solidFill>
                <a:latin typeface="Calibri"/>
                <a:ea typeface="Calibri"/>
                <a:cs typeface="Calibri"/>
              </a:rPr>
              <a:t>5</a:t>
            </a:r>
          </a:p>
        </p:txBody>
      </p:sp>
      <p:sp>
        <p:nvSpPr>
          <p:cNvPr id="32" name="Rectángulo 31">
            <a:extLst>
              <a:ext uri="{FF2B5EF4-FFF2-40B4-BE49-F238E27FC236}">
                <a16:creationId xmlns:a16="http://schemas.microsoft.com/office/drawing/2014/main" id="{39ABCEFE-865E-4135-86C2-5ED4447F41E4}"/>
              </a:ext>
            </a:extLst>
          </p:cNvPr>
          <p:cNvSpPr>
            <a:spLocks noGrp="1"/>
          </p:cNvSpPr>
          <p:nvPr/>
        </p:nvSpPr>
        <p:spPr>
          <a:xfrm>
            <a:off x="9856470" y="2584704"/>
            <a:ext cx="11430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r>
              <a:rPr lang="es-ES_tradnl" b="1" dirty="0">
                <a:solidFill>
                  <a:schemeClr val="bg1"/>
                </a:solidFill>
              </a:rPr>
              <a:t>Imprimir</a:t>
            </a:r>
          </a:p>
        </p:txBody>
      </p:sp>
      <p:sp>
        <p:nvSpPr>
          <p:cNvPr id="33" name="Rectángulo 32">
            <a:extLst>
              <a:ext uri="{FF2B5EF4-FFF2-40B4-BE49-F238E27FC236}">
                <a16:creationId xmlns:a16="http://schemas.microsoft.com/office/drawing/2014/main" id="{9036A492-D76E-4F53-AE44-539BCC95FFED}"/>
              </a:ext>
            </a:extLst>
          </p:cNvPr>
          <p:cNvSpPr>
            <a:spLocks noGrp="1"/>
          </p:cNvSpPr>
          <p:nvPr/>
        </p:nvSpPr>
        <p:spPr>
          <a:xfrm>
            <a:off x="9583674" y="2950463"/>
            <a:ext cx="1765554" cy="621411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r>
              <a:rPr lang="es-ES_tradnl" sz="1200" dirty="0">
                <a:solidFill>
                  <a:srgbClr val="AEB4BF"/>
                </a:solidFill>
              </a:rPr>
              <a:t>Revisa cola de impresión (EPSON), confirma, usa </a:t>
            </a:r>
            <a:r>
              <a:rPr lang="es-ES_tradnl" sz="1200" dirty="0" err="1">
                <a:solidFill>
                  <a:srgbClr val="AEB4BF"/>
                </a:solidFill>
              </a:rPr>
              <a:t>lp</a:t>
            </a:r>
            <a:r>
              <a:rPr lang="es-ES_tradnl" sz="1200" dirty="0">
                <a:solidFill>
                  <a:srgbClr val="AEB4BF"/>
                </a:solidFill>
              </a:rPr>
              <a:t> y marca impreso.</a:t>
            </a:r>
          </a:p>
        </p:txBody>
      </p:sp>
      <p:sp>
        <p:nvSpPr>
          <p:cNvPr id="34" name="Rectángulo redondeado 33">
            <a:extLst>
              <a:ext uri="{FF2B5EF4-FFF2-40B4-BE49-F238E27FC236}">
                <a16:creationId xmlns:a16="http://schemas.microsoft.com/office/drawing/2014/main" id="{2FA43405-3CEA-4218-A11A-10F4CAA2F392}"/>
              </a:ext>
            </a:extLst>
          </p:cNvPr>
          <p:cNvSpPr>
            <a:spLocks noGrp="1"/>
          </p:cNvSpPr>
          <p:nvPr/>
        </p:nvSpPr>
        <p:spPr>
          <a:xfrm>
            <a:off x="3122676" y="4838700"/>
            <a:ext cx="2697480" cy="953453"/>
          </a:xfrm>
          <a:prstGeom prst="roundRect">
            <a:avLst>
              <a:gd name="adj" fmla="val 10256"/>
            </a:avLst>
          </a:prstGeom>
          <a:solidFill>
            <a:srgbClr val="292B30"/>
          </a:solidFill>
          <a:ln w="9525">
            <a:solidFill>
              <a:srgbClr val="444952"/>
            </a:solidFill>
            <a:prstDash val="solid"/>
          </a:ln>
        </p:spPr>
      </p:sp>
      <p:sp>
        <p:nvSpPr>
          <p:cNvPr id="35" name="Rectángulo 34">
            <a:extLst>
              <a:ext uri="{FF2B5EF4-FFF2-40B4-BE49-F238E27FC236}">
                <a16:creationId xmlns:a16="http://schemas.microsoft.com/office/drawing/2014/main" id="{11A8C317-2CA6-4CFE-9B78-C6FD21C74108}"/>
              </a:ext>
            </a:extLst>
          </p:cNvPr>
          <p:cNvSpPr>
            <a:spLocks noGrp="1"/>
          </p:cNvSpPr>
          <p:nvPr/>
        </p:nvSpPr>
        <p:spPr>
          <a:xfrm>
            <a:off x="3122676" y="4838702"/>
            <a:ext cx="70797" cy="953451"/>
          </a:xfrm>
          <a:prstGeom prst="rect">
            <a:avLst/>
          </a:prstGeom>
          <a:solidFill>
            <a:srgbClr val="2D7FF9"/>
          </a:solidFill>
          <a:ln w="0">
            <a:solidFill>
              <a:srgbClr val="2D7FF9"/>
            </a:solidFill>
            <a:prstDash val="solid"/>
          </a:ln>
        </p:spPr>
      </p:sp>
      <p:sp>
        <p:nvSpPr>
          <p:cNvPr id="36" name="Rectángulo 35">
            <a:extLst>
              <a:ext uri="{FF2B5EF4-FFF2-40B4-BE49-F238E27FC236}">
                <a16:creationId xmlns:a16="http://schemas.microsoft.com/office/drawing/2014/main" id="{639306B0-B599-490E-A6DD-B1BE39476291}"/>
              </a:ext>
            </a:extLst>
          </p:cNvPr>
          <p:cNvSpPr>
            <a:spLocks noGrp="1"/>
          </p:cNvSpPr>
          <p:nvPr/>
        </p:nvSpPr>
        <p:spPr>
          <a:xfrm>
            <a:off x="3294126" y="4952144"/>
            <a:ext cx="22860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r>
              <a:rPr lang="es-ES_tradnl" b="1" dirty="0">
                <a:solidFill>
                  <a:schemeClr val="bg1"/>
                </a:solidFill>
              </a:rPr>
              <a:t>Validar no escribe</a:t>
            </a:r>
          </a:p>
        </p:txBody>
      </p:sp>
      <p:sp>
        <p:nvSpPr>
          <p:cNvPr id="37" name="Rectángulo 36">
            <a:extLst>
              <a:ext uri="{FF2B5EF4-FFF2-40B4-BE49-F238E27FC236}">
                <a16:creationId xmlns:a16="http://schemas.microsoft.com/office/drawing/2014/main" id="{D04B5D5C-706D-423D-80AE-32C53694F664}"/>
              </a:ext>
            </a:extLst>
          </p:cNvPr>
          <p:cNvSpPr>
            <a:spLocks noGrp="1"/>
          </p:cNvSpPr>
          <p:nvPr/>
        </p:nvSpPr>
        <p:spPr>
          <a:xfrm>
            <a:off x="3294126" y="5256944"/>
            <a:ext cx="22479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r>
              <a:rPr lang="es-ES_tradnl" sz="1200" dirty="0">
                <a:solidFill>
                  <a:srgbClr val="AEB4BF"/>
                </a:solidFill>
              </a:rPr>
              <a:t>No crea </a:t>
            </a:r>
            <a:r>
              <a:rPr lang="es-ES_tradnl" sz="1200" dirty="0" err="1">
                <a:solidFill>
                  <a:srgbClr val="AEB4BF"/>
                </a:solidFill>
              </a:rPr>
              <a:t>PDFs</a:t>
            </a:r>
            <a:r>
              <a:rPr lang="es-ES_tradnl" sz="1200" dirty="0">
                <a:solidFill>
                  <a:srgbClr val="AEB4BF"/>
                </a:solidFill>
              </a:rPr>
              <a:t>, ejecuciones ni </a:t>
            </a:r>
            <a:r>
              <a:rPr lang="es-ES_tradnl" sz="1200" dirty="0" err="1">
                <a:solidFill>
                  <a:srgbClr val="AEB4BF"/>
                </a:solidFill>
              </a:rPr>
              <a:t>items</a:t>
            </a:r>
            <a:r>
              <a:rPr lang="es-ES_tradnl" sz="1200" dirty="0">
                <a:solidFill>
                  <a:srgbClr val="AEB4BF"/>
                </a:solidFill>
              </a:rPr>
              <a:t>.</a:t>
            </a:r>
          </a:p>
        </p:txBody>
      </p:sp>
      <p:sp>
        <p:nvSpPr>
          <p:cNvPr id="38" name="Rectángulo redondeado 37">
            <a:extLst>
              <a:ext uri="{FF2B5EF4-FFF2-40B4-BE49-F238E27FC236}">
                <a16:creationId xmlns:a16="http://schemas.microsoft.com/office/drawing/2014/main" id="{27FB3A19-50FC-4BEA-A9F5-FEE065F5E389}"/>
              </a:ext>
            </a:extLst>
          </p:cNvPr>
          <p:cNvSpPr>
            <a:spLocks noGrp="1"/>
          </p:cNvSpPr>
          <p:nvPr/>
        </p:nvSpPr>
        <p:spPr>
          <a:xfrm>
            <a:off x="6551676" y="4838700"/>
            <a:ext cx="2697480" cy="953453"/>
          </a:xfrm>
          <a:prstGeom prst="roundRect">
            <a:avLst>
              <a:gd name="adj" fmla="val 10256"/>
            </a:avLst>
          </a:prstGeom>
          <a:solidFill>
            <a:srgbClr val="292B30"/>
          </a:solidFill>
          <a:ln w="9525">
            <a:solidFill>
              <a:srgbClr val="444952"/>
            </a:solidFill>
            <a:prstDash val="solid"/>
          </a:ln>
        </p:spPr>
      </p:sp>
      <p:sp>
        <p:nvSpPr>
          <p:cNvPr id="39" name="Rectángulo 38">
            <a:extLst>
              <a:ext uri="{FF2B5EF4-FFF2-40B4-BE49-F238E27FC236}">
                <a16:creationId xmlns:a16="http://schemas.microsoft.com/office/drawing/2014/main" id="{D0576D41-A745-4C21-881A-F254828CCBC8}"/>
              </a:ext>
            </a:extLst>
          </p:cNvPr>
          <p:cNvSpPr>
            <a:spLocks noGrp="1"/>
          </p:cNvSpPr>
          <p:nvPr/>
        </p:nvSpPr>
        <p:spPr>
          <a:xfrm>
            <a:off x="6551676" y="4838702"/>
            <a:ext cx="70797" cy="953451"/>
          </a:xfrm>
          <a:prstGeom prst="rect">
            <a:avLst/>
          </a:prstGeom>
          <a:solidFill>
            <a:srgbClr val="20B26B"/>
          </a:solidFill>
          <a:ln w="0">
            <a:solidFill>
              <a:srgbClr val="20B26B"/>
            </a:solidFill>
            <a:prstDash val="solid"/>
          </a:ln>
        </p:spPr>
      </p:sp>
      <p:sp>
        <p:nvSpPr>
          <p:cNvPr id="40" name="Rectángulo 39">
            <a:extLst>
              <a:ext uri="{FF2B5EF4-FFF2-40B4-BE49-F238E27FC236}">
                <a16:creationId xmlns:a16="http://schemas.microsoft.com/office/drawing/2014/main" id="{708A252B-66C9-4A0A-9208-208C436D5870}"/>
              </a:ext>
            </a:extLst>
          </p:cNvPr>
          <p:cNvSpPr>
            <a:spLocks noGrp="1"/>
          </p:cNvSpPr>
          <p:nvPr/>
        </p:nvSpPr>
        <p:spPr>
          <a:xfrm>
            <a:off x="6723126" y="4952144"/>
            <a:ext cx="22860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r>
              <a:rPr lang="es-ES_tradnl" b="1" dirty="0">
                <a:solidFill>
                  <a:schemeClr val="bg1"/>
                </a:solidFill>
              </a:rPr>
              <a:t>No reemplaza </a:t>
            </a:r>
            <a:r>
              <a:rPr lang="es-ES_tradnl" b="1" dirty="0" err="1">
                <a:solidFill>
                  <a:schemeClr val="bg1"/>
                </a:solidFill>
              </a:rPr>
              <a:t>PDFs</a:t>
            </a:r>
            <a:endParaRPr lang="es-ES_tradnl" b="1" dirty="0">
              <a:solidFill>
                <a:schemeClr val="bg1"/>
              </a:solidFill>
            </a:endParaRPr>
          </a:p>
        </p:txBody>
      </p:sp>
      <p:sp>
        <p:nvSpPr>
          <p:cNvPr id="41" name="Rectángulo 40">
            <a:extLst>
              <a:ext uri="{FF2B5EF4-FFF2-40B4-BE49-F238E27FC236}">
                <a16:creationId xmlns:a16="http://schemas.microsoft.com/office/drawing/2014/main" id="{3995EDB9-96BA-4B51-99D9-519F503AEC39}"/>
              </a:ext>
            </a:extLst>
          </p:cNvPr>
          <p:cNvSpPr>
            <a:spLocks noGrp="1"/>
          </p:cNvSpPr>
          <p:nvPr/>
        </p:nvSpPr>
        <p:spPr>
          <a:xfrm>
            <a:off x="6723126" y="5256944"/>
            <a:ext cx="22479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r>
              <a:rPr lang="es-ES_tradnl" sz="1200" dirty="0">
                <a:solidFill>
                  <a:srgbClr val="AEB4BF"/>
                </a:solidFill>
              </a:rPr>
              <a:t>Un archivo existente se reporta y se omite.</a:t>
            </a:r>
          </a:p>
        </p:txBody>
      </p:sp>
      <p:sp>
        <p:nvSpPr>
          <p:cNvPr id="46" name="Rectángulo 45">
            <a:extLst>
              <a:ext uri="{FF2B5EF4-FFF2-40B4-BE49-F238E27FC236}">
                <a16:creationId xmlns:a16="http://schemas.microsoft.com/office/drawing/2014/main" id="{03329A19-1645-4B90-A0F9-9DFAC96933E4}"/>
              </a:ext>
            </a:extLst>
          </p:cNvPr>
          <p:cNvSpPr>
            <a:spLocks noGrp="1"/>
          </p:cNvSpPr>
          <p:nvPr/>
        </p:nvSpPr>
        <p:spPr>
          <a:xfrm>
            <a:off x="533400" y="6515100"/>
            <a:ext cx="34290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/>
          <a:lstStyle/>
          <a:p>
            <a:pPr algn="l">
              <a:lnSpc>
                <a:spcPct val="108000"/>
              </a:lnSpc>
              <a:buNone/>
              <a:defRPr sz="675" b="0">
                <a:solidFill>
                  <a:srgbClr val="7D8592"/>
                </a:solidFill>
                <a:latin typeface="Calibri"/>
                <a:ea typeface="Calibri"/>
                <a:cs typeface="Calibri"/>
              </a:defRPr>
            </a:pPr>
            <a:r>
              <a:rPr lang="es-ES_tradnl" sz="675" b="0">
                <a:solidFill>
                  <a:srgbClr val="7D8592"/>
                </a:solidFill>
                <a:latin typeface="Calibri"/>
                <a:ea typeface="Calibri"/>
                <a:cs typeface="Calibri"/>
              </a:rPr>
              <a:t>RMC Control System | RMC MockupTool</a:t>
            </a:r>
          </a:p>
        </p:txBody>
      </p:sp>
      <p:sp>
        <p:nvSpPr>
          <p:cNvPr id="47" name="Rectángulo 46">
            <a:extLst>
              <a:ext uri="{FF2B5EF4-FFF2-40B4-BE49-F238E27FC236}">
                <a16:creationId xmlns:a16="http://schemas.microsoft.com/office/drawing/2014/main" id="{21AC1C3C-0F92-4B2C-B77D-97B6F1F09FFD}"/>
              </a:ext>
            </a:extLst>
          </p:cNvPr>
          <p:cNvSpPr>
            <a:spLocks noGrp="1"/>
          </p:cNvSpPr>
          <p:nvPr/>
        </p:nvSpPr>
        <p:spPr>
          <a:xfrm>
            <a:off x="11334750" y="6496050"/>
            <a:ext cx="3238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/>
          <a:lstStyle/>
          <a:p>
            <a:pPr algn="r">
              <a:lnSpc>
                <a:spcPct val="108000"/>
              </a:lnSpc>
              <a:buNone/>
              <a:defRPr sz="750" b="0">
                <a:solidFill>
                  <a:srgbClr val="7D8592"/>
                </a:solidFill>
                <a:latin typeface="Calibri"/>
                <a:ea typeface="Calibri"/>
                <a:cs typeface="Calibri"/>
              </a:defRPr>
            </a:pPr>
            <a:r>
              <a:rPr lang="es-ES_tradnl" sz="750" b="0">
                <a:solidFill>
                  <a:srgbClr val="7D8592"/>
                </a:solidFill>
                <a:latin typeface="Calibri"/>
                <a:ea typeface="Calibri"/>
                <a:cs typeface="Calibri"/>
              </a:rPr>
              <a:t>03</a:t>
            </a:r>
          </a:p>
        </p:txBody>
      </p:sp>
      <p:sp>
        <p:nvSpPr>
          <p:cNvPr id="52" name="Rectángulo 51">
            <a:extLst>
              <a:ext uri="{FF2B5EF4-FFF2-40B4-BE49-F238E27FC236}">
                <a16:creationId xmlns:a16="http://schemas.microsoft.com/office/drawing/2014/main" id="{08EA8A86-83A3-9E96-C469-D35747D6431F}"/>
              </a:ext>
            </a:extLst>
          </p:cNvPr>
          <p:cNvSpPr>
            <a:spLocks noGrp="1"/>
          </p:cNvSpPr>
          <p:nvPr/>
        </p:nvSpPr>
        <p:spPr>
          <a:xfrm>
            <a:off x="4591050" y="-1738312"/>
            <a:ext cx="4000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r>
              <a:rPr lang="es-ES_tradnl" sz="975" b="1" dirty="0">
                <a:solidFill>
                  <a:srgbClr val="AEB4BF"/>
                </a:solidFill>
              </a:rPr>
              <a:t>PROBLEMA OPERATIVO</a:t>
            </a:r>
          </a:p>
        </p:txBody>
      </p:sp>
      <p:sp>
        <p:nvSpPr>
          <p:cNvPr id="53" name="Rectángulo 52">
            <a:extLst>
              <a:ext uri="{FF2B5EF4-FFF2-40B4-BE49-F238E27FC236}">
                <a16:creationId xmlns:a16="http://schemas.microsoft.com/office/drawing/2014/main" id="{F7FF63FB-253A-3783-FE66-F173D25EE724}"/>
              </a:ext>
            </a:extLst>
          </p:cNvPr>
          <p:cNvSpPr>
            <a:spLocks noGrp="1"/>
          </p:cNvSpPr>
          <p:nvPr/>
        </p:nvSpPr>
        <p:spPr>
          <a:xfrm>
            <a:off x="4552950" y="-1547812"/>
            <a:ext cx="9791123" cy="723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r>
              <a:rPr lang="es-ES_tradnl" sz="2700" b="1">
                <a:solidFill>
                  <a:schemeClr val="bg1"/>
                </a:solidFill>
              </a:rPr>
              <a:t>Sin mockup trazable, revisar se vuelve una cadena manual.</a:t>
            </a:r>
          </a:p>
        </p:txBody>
      </p:sp>
      <p:sp>
        <p:nvSpPr>
          <p:cNvPr id="54" name="Rectángulo 53">
            <a:extLst>
              <a:ext uri="{FF2B5EF4-FFF2-40B4-BE49-F238E27FC236}">
                <a16:creationId xmlns:a16="http://schemas.microsoft.com/office/drawing/2014/main" id="{6DA1F866-4EF8-F9EB-565C-E9AF993D7D59}"/>
              </a:ext>
            </a:extLst>
          </p:cNvPr>
          <p:cNvSpPr>
            <a:spLocks noGrp="1"/>
          </p:cNvSpPr>
          <p:nvPr/>
        </p:nvSpPr>
        <p:spPr>
          <a:xfrm>
            <a:off x="4591048" y="-928687"/>
            <a:ext cx="9244735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r>
              <a:rPr lang="es-ES_tradnl" sz="1350">
                <a:solidFill>
                  <a:srgbClr val="AEB4BF"/>
                </a:solidFill>
              </a:rPr>
              <a:t>El operador debe unir Excel, equipo, style, plantilla base, carpeta de salida y estado de impresión sin una evidencia visual única.</a:t>
            </a:r>
          </a:p>
        </p:txBody>
      </p:sp>
    </p:spTree>
    <p:extLst>
      <p:ext uri="{BB962C8B-B14F-4D97-AF65-F5344CB8AC3E}">
        <p14:creationId xmlns:p14="http://schemas.microsoft.com/office/powerpoint/2010/main" val="93196319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F1F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ángulo 21">
            <a:extLst>
              <a:ext uri="{FF2B5EF4-FFF2-40B4-BE49-F238E27FC236}">
                <a16:creationId xmlns:a16="http://schemas.microsoft.com/office/drawing/2014/main" id="{759657A3-77F4-4581-B81E-5B620681090D}"/>
              </a:ext>
            </a:extLst>
          </p:cNvPr>
          <p:cNvSpPr>
            <a:spLocks noGrp="1"/>
          </p:cNvSpPr>
          <p:nvPr/>
        </p:nvSpPr>
        <p:spPr>
          <a:xfrm>
            <a:off x="490534" y="390524"/>
            <a:ext cx="4000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r>
              <a:rPr lang="es-ES_tradnl" sz="975" b="1">
                <a:solidFill>
                  <a:srgbClr val="AEB4BF"/>
                </a:solidFill>
              </a:rPr>
              <a:t>EXCEL Y VARIANTES</a:t>
            </a:r>
          </a:p>
        </p:txBody>
      </p:sp>
      <p:sp>
        <p:nvSpPr>
          <p:cNvPr id="2" name="Rectángulo 1">
            <a:extLst>
              <a:ext uri="{FF2B5EF4-FFF2-40B4-BE49-F238E27FC236}">
                <a16:creationId xmlns:a16="http://schemas.microsoft.com/office/drawing/2014/main" id="{C2955AB1-19D4-48D9-8D2C-74F5B94BE7C3}"/>
              </a:ext>
            </a:extLst>
          </p:cNvPr>
          <p:cNvSpPr>
            <a:spLocks noGrp="1"/>
          </p:cNvSpPr>
          <p:nvPr/>
        </p:nvSpPr>
        <p:spPr>
          <a:xfrm>
            <a:off x="490534" y="638174"/>
            <a:ext cx="10267950" cy="723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r>
              <a:rPr lang="es-ES_tradnl" sz="2700" b="1" dirty="0">
                <a:solidFill>
                  <a:schemeClr val="bg1"/>
                </a:solidFill>
              </a:rPr>
              <a:t>La sección activa define que Excel es valido.</a:t>
            </a:r>
          </a:p>
        </p:txBody>
      </p:sp>
      <p:sp>
        <p:nvSpPr>
          <p:cNvPr id="3" name="Rectángulo 2">
            <a:extLst>
              <a:ext uri="{FF2B5EF4-FFF2-40B4-BE49-F238E27FC236}">
                <a16:creationId xmlns:a16="http://schemas.microsoft.com/office/drawing/2014/main" id="{A3640BFC-B8AA-49E0-9222-59EBEB236A2E}"/>
              </a:ext>
            </a:extLst>
          </p:cNvPr>
          <p:cNvSpPr>
            <a:spLocks noGrp="1"/>
          </p:cNvSpPr>
          <p:nvPr/>
        </p:nvSpPr>
        <p:spPr>
          <a:xfrm>
            <a:off x="495296" y="1147761"/>
            <a:ext cx="89344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r>
              <a:rPr lang="es-ES_tradnl" sz="1350" dirty="0">
                <a:solidFill>
                  <a:srgbClr val="AEB4BF"/>
                </a:solidFill>
              </a:rPr>
              <a:t>El panel no cambia de modo automáticamente.</a:t>
            </a:r>
          </a:p>
        </p:txBody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id="{838741D6-00DA-44E1-B080-95BE6D02B0F7}"/>
              </a:ext>
            </a:extLst>
          </p:cNvPr>
          <p:cNvSpPr>
            <a:spLocks noGrp="1"/>
          </p:cNvSpPr>
          <p:nvPr/>
        </p:nvSpPr>
        <p:spPr>
          <a:xfrm>
            <a:off x="590550" y="323850"/>
            <a:ext cx="514350" cy="38100"/>
          </a:xfrm>
          <a:prstGeom prst="rect">
            <a:avLst/>
          </a:prstGeom>
          <a:solidFill>
            <a:srgbClr val="BD1F36"/>
          </a:solidFill>
          <a:ln w="0">
            <a:solidFill>
              <a:srgbClr val="BD1F36"/>
            </a:solidFill>
            <a:prstDash val="solid"/>
          </a:ln>
        </p:spPr>
      </p:sp>
      <p:sp>
        <p:nvSpPr>
          <p:cNvPr id="5" name="Rectángulo redondeado 4">
            <a:extLst>
              <a:ext uri="{FF2B5EF4-FFF2-40B4-BE49-F238E27FC236}">
                <a16:creationId xmlns:a16="http://schemas.microsoft.com/office/drawing/2014/main" id="{4E3D34E5-A028-401E-BBA1-C2C914CBB6E1}"/>
              </a:ext>
            </a:extLst>
          </p:cNvPr>
          <p:cNvSpPr>
            <a:spLocks noGrp="1"/>
          </p:cNvSpPr>
          <p:nvPr/>
        </p:nvSpPr>
        <p:spPr>
          <a:xfrm>
            <a:off x="419100" y="2143125"/>
            <a:ext cx="5448300" cy="3286125"/>
          </a:xfrm>
          <a:prstGeom prst="roundRect">
            <a:avLst>
              <a:gd name="adj" fmla="val 2319"/>
            </a:avLst>
          </a:prstGeom>
          <a:solidFill>
            <a:srgbClr val="292B30"/>
          </a:solidFill>
          <a:ln w="9525">
            <a:solidFill>
              <a:srgbClr val="444952"/>
            </a:solidFill>
            <a:prstDash val="solid"/>
          </a:ln>
        </p:spPr>
      </p:sp>
      <p:sp>
        <p:nvSpPr>
          <p:cNvPr id="6" name="Rectángulo 5">
            <a:extLst>
              <a:ext uri="{FF2B5EF4-FFF2-40B4-BE49-F238E27FC236}">
                <a16:creationId xmlns:a16="http://schemas.microsoft.com/office/drawing/2014/main" id="{2D159831-CE59-4A80-9C3D-26BF32BB7E3F}"/>
              </a:ext>
            </a:extLst>
          </p:cNvPr>
          <p:cNvSpPr>
            <a:spLocks noGrp="1"/>
          </p:cNvSpPr>
          <p:nvPr/>
        </p:nvSpPr>
        <p:spPr>
          <a:xfrm>
            <a:off x="419100" y="2143125"/>
            <a:ext cx="5448300" cy="76200"/>
          </a:xfrm>
          <a:prstGeom prst="rect">
            <a:avLst/>
          </a:prstGeom>
          <a:solidFill>
            <a:srgbClr val="BD1F36"/>
          </a:solidFill>
          <a:ln w="0">
            <a:solidFill>
              <a:srgbClr val="BD1F36"/>
            </a:solidFill>
            <a:prstDash val="solid"/>
          </a:ln>
        </p:spPr>
      </p:sp>
      <p:sp>
        <p:nvSpPr>
          <p:cNvPr id="7" name="Rectángulo 6">
            <a:extLst>
              <a:ext uri="{FF2B5EF4-FFF2-40B4-BE49-F238E27FC236}">
                <a16:creationId xmlns:a16="http://schemas.microsoft.com/office/drawing/2014/main" id="{AD3C6E21-31B1-4BD5-9659-8FE85F4BC335}"/>
              </a:ext>
            </a:extLst>
          </p:cNvPr>
          <p:cNvSpPr>
            <a:spLocks noGrp="1"/>
          </p:cNvSpPr>
          <p:nvPr/>
        </p:nvSpPr>
        <p:spPr>
          <a:xfrm>
            <a:off x="703259" y="2457450"/>
            <a:ext cx="2476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/>
          <a:lstStyle/>
          <a:p>
            <a:pPr algn="l">
              <a:lnSpc>
                <a:spcPct val="108000"/>
              </a:lnSpc>
              <a:buNone/>
              <a:defRPr sz="2025" b="1">
                <a:solidFill>
                  <a:srgbClr val="F3F4F6"/>
                </a:solidFill>
                <a:latin typeface="Calibri"/>
                <a:ea typeface="Calibri"/>
                <a:cs typeface="Calibri"/>
              </a:defRPr>
            </a:pPr>
            <a:r>
              <a:rPr lang="es-ES_tradnl" sz="2025" b="1" dirty="0">
                <a:solidFill>
                  <a:srgbClr val="F3F4F6"/>
                </a:solidFill>
                <a:latin typeface="Calibri"/>
                <a:ea typeface="Calibri"/>
                <a:cs typeface="Calibri"/>
              </a:rPr>
              <a:t>Personalizadas</a:t>
            </a:r>
          </a:p>
        </p:txBody>
      </p:sp>
      <p:sp>
        <p:nvSpPr>
          <p:cNvPr id="8" name="Rectángulo redondeado 7">
            <a:extLst>
              <a:ext uri="{FF2B5EF4-FFF2-40B4-BE49-F238E27FC236}">
                <a16:creationId xmlns:a16="http://schemas.microsoft.com/office/drawing/2014/main" id="{1B2C4C69-B8FD-4325-A3B1-DF386120A7B7}"/>
              </a:ext>
            </a:extLst>
          </p:cNvPr>
          <p:cNvSpPr>
            <a:spLocks noGrp="1"/>
          </p:cNvSpPr>
          <p:nvPr/>
        </p:nvSpPr>
        <p:spPr>
          <a:xfrm>
            <a:off x="703259" y="2952750"/>
            <a:ext cx="1485900" cy="266700"/>
          </a:xfrm>
          <a:prstGeom prst="roundRect">
            <a:avLst>
              <a:gd name="adj" fmla="val 42857"/>
            </a:avLst>
          </a:prstGeom>
          <a:solidFill>
            <a:srgbClr val="BD1F36"/>
          </a:solidFill>
          <a:ln w="9525">
            <a:solidFill>
              <a:srgbClr val="BD1F36"/>
            </a:solidFill>
            <a:prstDash val="solid"/>
          </a:ln>
        </p:spPr>
      </p:sp>
      <p:sp>
        <p:nvSpPr>
          <p:cNvPr id="9" name="Rectángulo 8">
            <a:extLst>
              <a:ext uri="{FF2B5EF4-FFF2-40B4-BE49-F238E27FC236}">
                <a16:creationId xmlns:a16="http://schemas.microsoft.com/office/drawing/2014/main" id="{0FF421F3-F171-485F-8802-6A8555A44EAE}"/>
              </a:ext>
            </a:extLst>
          </p:cNvPr>
          <p:cNvSpPr>
            <a:spLocks noGrp="1"/>
          </p:cNvSpPr>
          <p:nvPr/>
        </p:nvSpPr>
        <p:spPr>
          <a:xfrm>
            <a:off x="703259" y="3028949"/>
            <a:ext cx="1485900" cy="152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/>
          <a:lstStyle/>
          <a:p>
            <a:pPr algn="ctr">
              <a:lnSpc>
                <a:spcPct val="108000"/>
              </a:lnSpc>
              <a:buNone/>
              <a:defRPr sz="788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lang="es-ES_tradnl" sz="900" b="1" dirty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Excel con token OD</a:t>
            </a:r>
          </a:p>
        </p:txBody>
      </p:sp>
      <p:sp>
        <p:nvSpPr>
          <p:cNvPr id="10" name="Rectángulo 9">
            <a:extLst>
              <a:ext uri="{FF2B5EF4-FFF2-40B4-BE49-F238E27FC236}">
                <a16:creationId xmlns:a16="http://schemas.microsoft.com/office/drawing/2014/main" id="{D9AE388B-EFE3-431F-8EAB-4C054CCA3E0E}"/>
              </a:ext>
            </a:extLst>
          </p:cNvPr>
          <p:cNvSpPr>
            <a:spLocks noGrp="1"/>
          </p:cNvSpPr>
          <p:nvPr/>
        </p:nvSpPr>
        <p:spPr>
          <a:xfrm>
            <a:off x="703259" y="3429000"/>
            <a:ext cx="4000500" cy="685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/>
          <a:lstStyle/>
          <a:p>
            <a:pPr algn="l">
              <a:lnSpc>
                <a:spcPct val="115000"/>
              </a:lnSpc>
              <a:buNone/>
              <a:defRPr sz="1200" b="0">
                <a:solidFill>
                  <a:srgbClr val="B8BEC8"/>
                </a:solidFill>
                <a:latin typeface="Calibri"/>
                <a:ea typeface="Calibri"/>
                <a:cs typeface="Calibri"/>
              </a:defRPr>
            </a:pPr>
            <a:r>
              <a:rPr lang="es-ES_tradnl" sz="1200" b="0" dirty="0">
                <a:solidFill>
                  <a:srgbClr val="B8BEC8"/>
                </a:solidFill>
                <a:latin typeface="Calibri"/>
                <a:ea typeface="Calibri"/>
                <a:cs typeface="Calibri"/>
              </a:rPr>
              <a:t>Lee columnas fijas: </a:t>
            </a:r>
            <a:r>
              <a:rPr lang="es-ES_tradnl" sz="1200" b="0" dirty="0" err="1">
                <a:solidFill>
                  <a:srgbClr val="B8BEC8"/>
                </a:solidFill>
                <a:latin typeface="Calibri"/>
                <a:ea typeface="Calibri"/>
                <a:cs typeface="Calibri"/>
              </a:rPr>
              <a:t>Ship</a:t>
            </a:r>
            <a:r>
              <a:rPr lang="es-ES_tradnl" sz="1200" b="0" dirty="0">
                <a:solidFill>
                  <a:srgbClr val="B8BEC8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s-ES_tradnl" sz="1200" b="0" dirty="0" err="1">
                <a:solidFill>
                  <a:srgbClr val="B8BEC8"/>
                </a:solidFill>
                <a:latin typeface="Calibri"/>
                <a:ea typeface="Calibri"/>
                <a:cs typeface="Calibri"/>
              </a:rPr>
              <a:t>Order</a:t>
            </a:r>
            <a:r>
              <a:rPr lang="es-ES_tradnl" sz="1200" b="0" dirty="0">
                <a:solidFill>
                  <a:srgbClr val="B8BEC8"/>
                </a:solidFill>
                <a:latin typeface="Calibri"/>
                <a:ea typeface="Calibri"/>
                <a:cs typeface="Calibri"/>
              </a:rPr>
              <a:t>, WO, Style, Color/Equipo, Talla, Piezas, Apellido y Numero.</a:t>
            </a:r>
          </a:p>
        </p:txBody>
      </p:sp>
      <p:sp>
        <p:nvSpPr>
          <p:cNvPr id="11" name="Rectángulo 10">
            <a:extLst>
              <a:ext uri="{FF2B5EF4-FFF2-40B4-BE49-F238E27FC236}">
                <a16:creationId xmlns:a16="http://schemas.microsoft.com/office/drawing/2014/main" id="{62ABA596-C883-4ABE-9EDD-B3233CF1B869}"/>
              </a:ext>
            </a:extLst>
          </p:cNvPr>
          <p:cNvSpPr>
            <a:spLocks noGrp="1"/>
          </p:cNvSpPr>
          <p:nvPr/>
        </p:nvSpPr>
        <p:spPr>
          <a:xfrm>
            <a:off x="703258" y="4267199"/>
            <a:ext cx="2017709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/>
          <a:lstStyle/>
          <a:p>
            <a:pPr algn="l">
              <a:lnSpc>
                <a:spcPct val="115000"/>
              </a:lnSpc>
              <a:buNone/>
              <a:defRPr sz="1200" b="0">
                <a:solidFill>
                  <a:srgbClr val="F3F4F6"/>
                </a:solidFill>
                <a:latin typeface="Calibri"/>
                <a:ea typeface="Calibri"/>
                <a:cs typeface="Calibri"/>
              </a:defRPr>
            </a:pPr>
            <a:r>
              <a:rPr lang="es-ES_tradnl" sz="1200" b="0" dirty="0">
                <a:solidFill>
                  <a:srgbClr val="F3F4F6"/>
                </a:solidFill>
                <a:latin typeface="Calibri"/>
                <a:ea typeface="Calibri"/>
                <a:cs typeface="Calibri"/>
              </a:rPr>
              <a:t>Consolida por </a:t>
            </a:r>
            <a:r>
              <a:rPr lang="es-ES_tradnl" sz="1200" b="0" dirty="0" err="1">
                <a:solidFill>
                  <a:srgbClr val="F3F4F6"/>
                </a:solidFill>
                <a:latin typeface="Calibri"/>
                <a:ea typeface="Calibri"/>
                <a:cs typeface="Calibri"/>
              </a:rPr>
              <a:t>Ship</a:t>
            </a:r>
            <a:r>
              <a:rPr lang="es-ES_tradnl" sz="1200" b="0" dirty="0">
                <a:solidFill>
                  <a:srgbClr val="F3F4F6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s-ES_tradnl" sz="1200" b="0" dirty="0" err="1">
                <a:solidFill>
                  <a:srgbClr val="F3F4F6"/>
                </a:solidFill>
                <a:latin typeface="Calibri"/>
                <a:ea typeface="Calibri"/>
                <a:cs typeface="Calibri"/>
              </a:rPr>
              <a:t>Order</a:t>
            </a:r>
            <a:r>
              <a:rPr lang="es-ES_tradnl" sz="1200" b="0" dirty="0">
                <a:solidFill>
                  <a:srgbClr val="F3F4F6"/>
                </a:solidFill>
                <a:latin typeface="Calibri"/>
                <a:ea typeface="Calibri"/>
                <a:cs typeface="Calibri"/>
              </a:rPr>
              <a:t> + WO + Style + Equipo y combina tallas antes del filtro.</a:t>
            </a:r>
          </a:p>
        </p:txBody>
      </p:sp>
      <p:sp>
        <p:nvSpPr>
          <p:cNvPr id="12" name="Rectángulo redondeado 11">
            <a:extLst>
              <a:ext uri="{FF2B5EF4-FFF2-40B4-BE49-F238E27FC236}">
                <a16:creationId xmlns:a16="http://schemas.microsoft.com/office/drawing/2014/main" id="{4E50B12D-267A-4B84-9FD1-5FF57D6752FE}"/>
              </a:ext>
            </a:extLst>
          </p:cNvPr>
          <p:cNvSpPr>
            <a:spLocks noGrp="1"/>
          </p:cNvSpPr>
          <p:nvPr/>
        </p:nvSpPr>
        <p:spPr>
          <a:xfrm>
            <a:off x="6324600" y="2143124"/>
            <a:ext cx="5448300" cy="3286125"/>
          </a:xfrm>
          <a:prstGeom prst="roundRect">
            <a:avLst>
              <a:gd name="adj" fmla="val 1818"/>
            </a:avLst>
          </a:prstGeom>
          <a:solidFill>
            <a:srgbClr val="292B30"/>
          </a:solidFill>
          <a:ln w="9525">
            <a:solidFill>
              <a:srgbClr val="444952"/>
            </a:solidFill>
            <a:prstDash val="solid"/>
          </a:ln>
        </p:spPr>
      </p:sp>
      <p:sp>
        <p:nvSpPr>
          <p:cNvPr id="13" name="Rectángulo 12">
            <a:extLst>
              <a:ext uri="{FF2B5EF4-FFF2-40B4-BE49-F238E27FC236}">
                <a16:creationId xmlns:a16="http://schemas.microsoft.com/office/drawing/2014/main" id="{0190FFF8-0DF4-4703-BD97-FB1102B9F838}"/>
              </a:ext>
            </a:extLst>
          </p:cNvPr>
          <p:cNvSpPr>
            <a:spLocks noGrp="1"/>
          </p:cNvSpPr>
          <p:nvPr/>
        </p:nvSpPr>
        <p:spPr>
          <a:xfrm>
            <a:off x="6324600" y="2138219"/>
            <a:ext cx="5448300" cy="76200"/>
          </a:xfrm>
          <a:prstGeom prst="rect">
            <a:avLst/>
          </a:prstGeom>
          <a:solidFill>
            <a:srgbClr val="2D7FF9"/>
          </a:solidFill>
          <a:ln w="0">
            <a:solidFill>
              <a:srgbClr val="2D7FF9"/>
            </a:solidFill>
            <a:prstDash val="solid"/>
          </a:ln>
        </p:spPr>
      </p:sp>
      <p:sp>
        <p:nvSpPr>
          <p:cNvPr id="14" name="Rectángulo 13">
            <a:extLst>
              <a:ext uri="{FF2B5EF4-FFF2-40B4-BE49-F238E27FC236}">
                <a16:creationId xmlns:a16="http://schemas.microsoft.com/office/drawing/2014/main" id="{85C90D68-E25F-41BD-B47C-E7E143FE0006}"/>
              </a:ext>
            </a:extLst>
          </p:cNvPr>
          <p:cNvSpPr>
            <a:spLocks noGrp="1"/>
          </p:cNvSpPr>
          <p:nvPr/>
        </p:nvSpPr>
        <p:spPr>
          <a:xfrm>
            <a:off x="6591300" y="2519795"/>
            <a:ext cx="2476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/>
          <a:lstStyle/>
          <a:p>
            <a:pPr algn="l">
              <a:lnSpc>
                <a:spcPct val="108000"/>
              </a:lnSpc>
              <a:buNone/>
              <a:defRPr sz="2025" b="1">
                <a:solidFill>
                  <a:srgbClr val="F3F4F6"/>
                </a:solidFill>
                <a:latin typeface="Calibri"/>
                <a:ea typeface="Calibri"/>
                <a:cs typeface="Calibri"/>
              </a:defRPr>
            </a:pPr>
            <a:r>
              <a:rPr lang="es-ES_tradnl" sz="2025" b="1" dirty="0">
                <a:solidFill>
                  <a:srgbClr val="F3F4F6"/>
                </a:solidFill>
                <a:latin typeface="Calibri"/>
                <a:ea typeface="Calibri"/>
                <a:cs typeface="Calibri"/>
              </a:rPr>
              <a:t>Genéricas</a:t>
            </a:r>
          </a:p>
        </p:txBody>
      </p:sp>
      <p:sp>
        <p:nvSpPr>
          <p:cNvPr id="15" name="Rectángulo redondeado 14">
            <a:extLst>
              <a:ext uri="{FF2B5EF4-FFF2-40B4-BE49-F238E27FC236}">
                <a16:creationId xmlns:a16="http://schemas.microsoft.com/office/drawing/2014/main" id="{576A0538-0B8D-4995-BC4E-B439C9986615}"/>
              </a:ext>
            </a:extLst>
          </p:cNvPr>
          <p:cNvSpPr>
            <a:spLocks noGrp="1"/>
          </p:cNvSpPr>
          <p:nvPr/>
        </p:nvSpPr>
        <p:spPr>
          <a:xfrm>
            <a:off x="6591300" y="3015095"/>
            <a:ext cx="2209800" cy="266700"/>
          </a:xfrm>
          <a:prstGeom prst="roundRect">
            <a:avLst>
              <a:gd name="adj" fmla="val 42857"/>
            </a:avLst>
          </a:prstGeom>
          <a:solidFill>
            <a:srgbClr val="2D7FF9"/>
          </a:solidFill>
          <a:ln w="9525">
            <a:solidFill>
              <a:srgbClr val="2D7FF9"/>
            </a:solidFill>
            <a:prstDash val="solid"/>
          </a:ln>
        </p:spPr>
      </p:sp>
      <p:sp>
        <p:nvSpPr>
          <p:cNvPr id="16" name="Rectángulo 15">
            <a:extLst>
              <a:ext uri="{FF2B5EF4-FFF2-40B4-BE49-F238E27FC236}">
                <a16:creationId xmlns:a16="http://schemas.microsoft.com/office/drawing/2014/main" id="{2EAAE713-17C4-4400-B987-C3F477225F2A}"/>
              </a:ext>
            </a:extLst>
          </p:cNvPr>
          <p:cNvSpPr>
            <a:spLocks noGrp="1"/>
          </p:cNvSpPr>
          <p:nvPr/>
        </p:nvSpPr>
        <p:spPr>
          <a:xfrm>
            <a:off x="6591300" y="3072245"/>
            <a:ext cx="2209800" cy="152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/>
          <a:lstStyle/>
          <a:p>
            <a:pPr algn="ctr">
              <a:lnSpc>
                <a:spcPct val="108000"/>
              </a:lnSpc>
              <a:buNone/>
              <a:defRPr sz="788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lang="es-ES_tradnl" sz="788" b="1" dirty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ST / IH / TB / AS / SS / JR</a:t>
            </a:r>
          </a:p>
        </p:txBody>
      </p:sp>
      <p:sp>
        <p:nvSpPr>
          <p:cNvPr id="17" name="Rectángulo 16">
            <a:extLst>
              <a:ext uri="{FF2B5EF4-FFF2-40B4-BE49-F238E27FC236}">
                <a16:creationId xmlns:a16="http://schemas.microsoft.com/office/drawing/2014/main" id="{F70C4EA2-0296-4A94-9802-9BA79CEE1E02}"/>
              </a:ext>
            </a:extLst>
          </p:cNvPr>
          <p:cNvSpPr>
            <a:spLocks noGrp="1"/>
          </p:cNvSpPr>
          <p:nvPr/>
        </p:nvSpPr>
        <p:spPr>
          <a:xfrm>
            <a:off x="6591300" y="3500870"/>
            <a:ext cx="4000500" cy="685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/>
          <a:lstStyle/>
          <a:p>
            <a:pPr algn="l">
              <a:lnSpc>
                <a:spcPct val="115000"/>
              </a:lnSpc>
              <a:buNone/>
              <a:defRPr sz="1200" b="0">
                <a:solidFill>
                  <a:srgbClr val="B8BEC8"/>
                </a:solidFill>
                <a:latin typeface="Calibri"/>
                <a:ea typeface="Calibri"/>
                <a:cs typeface="Calibri"/>
              </a:defRPr>
            </a:pPr>
            <a:r>
              <a:rPr lang="es-ES_tradnl" sz="1200" b="0" dirty="0">
                <a:solidFill>
                  <a:srgbClr val="B8BEC8"/>
                </a:solidFill>
                <a:latin typeface="Calibri"/>
                <a:ea typeface="Calibri"/>
                <a:cs typeface="Calibri"/>
              </a:rPr>
              <a:t>Busca encabezados WO, Style, Roster, cantidad, equipo y </a:t>
            </a:r>
            <a:r>
              <a:rPr lang="es-ES_tradnl" sz="1200" b="0" dirty="0" err="1">
                <a:solidFill>
                  <a:srgbClr val="B8BEC8"/>
                </a:solidFill>
                <a:latin typeface="Calibri"/>
                <a:ea typeface="Calibri"/>
                <a:cs typeface="Calibri"/>
              </a:rPr>
              <a:t>Emb</a:t>
            </a:r>
            <a:r>
              <a:rPr lang="es-ES_tradnl" sz="1200" b="0" dirty="0">
                <a:solidFill>
                  <a:srgbClr val="B8BEC8"/>
                </a:solidFill>
                <a:latin typeface="Calibri"/>
                <a:ea typeface="Calibri"/>
                <a:cs typeface="Calibri"/>
              </a:rPr>
              <a:t> dentro de las primeras filas.</a:t>
            </a:r>
          </a:p>
        </p:txBody>
      </p:sp>
      <p:sp>
        <p:nvSpPr>
          <p:cNvPr id="19" name="Rectángulo 18">
            <a:extLst>
              <a:ext uri="{FF2B5EF4-FFF2-40B4-BE49-F238E27FC236}">
                <a16:creationId xmlns:a16="http://schemas.microsoft.com/office/drawing/2014/main" id="{941C7435-B086-4434-9023-8933A3915DF3}"/>
              </a:ext>
            </a:extLst>
          </p:cNvPr>
          <p:cNvSpPr>
            <a:spLocks noGrp="1"/>
          </p:cNvSpPr>
          <p:nvPr/>
        </p:nvSpPr>
        <p:spPr>
          <a:xfrm>
            <a:off x="6511574" y="4311071"/>
            <a:ext cx="2697456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/>
          <a:lstStyle/>
          <a:p>
            <a:pPr algn="l">
              <a:lnSpc>
                <a:spcPct val="115000"/>
              </a:lnSpc>
              <a:buNone/>
              <a:defRPr sz="1200" b="0">
                <a:solidFill>
                  <a:srgbClr val="F3F4F6"/>
                </a:solidFill>
                <a:latin typeface="Calibri"/>
                <a:ea typeface="Calibri"/>
                <a:cs typeface="Calibri"/>
              </a:defRPr>
            </a:pPr>
            <a:r>
              <a:rPr lang="es-ES_tradnl" sz="1200" b="0" dirty="0">
                <a:solidFill>
                  <a:srgbClr val="F3F4F6"/>
                </a:solidFill>
                <a:latin typeface="Calibri"/>
                <a:ea typeface="Calibri"/>
                <a:cs typeface="Calibri"/>
              </a:rPr>
              <a:t>La clave usa WO + Roster + Style + Equipo; no usa apellido ni numero.</a:t>
            </a:r>
          </a:p>
        </p:txBody>
      </p:sp>
      <p:sp>
        <p:nvSpPr>
          <p:cNvPr id="20" name="Rectángulo 19">
            <a:extLst>
              <a:ext uri="{FF2B5EF4-FFF2-40B4-BE49-F238E27FC236}">
                <a16:creationId xmlns:a16="http://schemas.microsoft.com/office/drawing/2014/main" id="{9E13D390-2B8C-4126-AD6E-C625EA898EDA}"/>
              </a:ext>
            </a:extLst>
          </p:cNvPr>
          <p:cNvSpPr>
            <a:spLocks noGrp="1"/>
          </p:cNvSpPr>
          <p:nvPr/>
        </p:nvSpPr>
        <p:spPr>
          <a:xfrm>
            <a:off x="533400" y="6515100"/>
            <a:ext cx="34290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/>
          <a:lstStyle/>
          <a:p>
            <a:pPr algn="l">
              <a:lnSpc>
                <a:spcPct val="108000"/>
              </a:lnSpc>
              <a:buNone/>
              <a:defRPr sz="675" b="0">
                <a:solidFill>
                  <a:srgbClr val="7D8592"/>
                </a:solidFill>
                <a:latin typeface="Calibri"/>
                <a:ea typeface="Calibri"/>
                <a:cs typeface="Calibri"/>
              </a:defRPr>
            </a:pPr>
            <a:r>
              <a:rPr lang="es-ES_tradnl" sz="675" b="0">
                <a:solidFill>
                  <a:srgbClr val="7D8592"/>
                </a:solidFill>
                <a:latin typeface="Calibri"/>
                <a:ea typeface="Calibri"/>
                <a:cs typeface="Calibri"/>
              </a:rPr>
              <a:t>RMC Control System | RMC MockupTool</a:t>
            </a:r>
          </a:p>
        </p:txBody>
      </p:sp>
      <p:sp>
        <p:nvSpPr>
          <p:cNvPr id="21" name="Rectángulo 20">
            <a:extLst>
              <a:ext uri="{FF2B5EF4-FFF2-40B4-BE49-F238E27FC236}">
                <a16:creationId xmlns:a16="http://schemas.microsoft.com/office/drawing/2014/main" id="{B05D9FF1-E680-44E4-ACF6-E256888881A7}"/>
              </a:ext>
            </a:extLst>
          </p:cNvPr>
          <p:cNvSpPr>
            <a:spLocks noGrp="1"/>
          </p:cNvSpPr>
          <p:nvPr/>
        </p:nvSpPr>
        <p:spPr>
          <a:xfrm>
            <a:off x="11334750" y="6496050"/>
            <a:ext cx="3238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/>
          <a:lstStyle/>
          <a:p>
            <a:pPr algn="r">
              <a:lnSpc>
                <a:spcPct val="108000"/>
              </a:lnSpc>
              <a:buNone/>
              <a:defRPr sz="750" b="0">
                <a:solidFill>
                  <a:srgbClr val="7D8592"/>
                </a:solidFill>
                <a:latin typeface="Calibri"/>
                <a:ea typeface="Calibri"/>
                <a:cs typeface="Calibri"/>
              </a:defRPr>
            </a:pPr>
            <a:r>
              <a:rPr lang="es-ES_tradnl" sz="750" b="0">
                <a:solidFill>
                  <a:srgbClr val="7D8592"/>
                </a:solidFill>
                <a:latin typeface="Calibri"/>
                <a:ea typeface="Calibri"/>
                <a:cs typeface="Calibri"/>
              </a:rPr>
              <a:t>04</a:t>
            </a:r>
          </a:p>
        </p:txBody>
      </p:sp>
      <p:sp>
        <p:nvSpPr>
          <p:cNvPr id="23" name="Rectángulo 22">
            <a:extLst>
              <a:ext uri="{FF2B5EF4-FFF2-40B4-BE49-F238E27FC236}">
                <a16:creationId xmlns:a16="http://schemas.microsoft.com/office/drawing/2014/main" id="{A02CD74F-9B8D-345B-3637-211F8F35C535}"/>
              </a:ext>
            </a:extLst>
          </p:cNvPr>
          <p:cNvSpPr>
            <a:spLocks noGrp="1"/>
          </p:cNvSpPr>
          <p:nvPr/>
        </p:nvSpPr>
        <p:spPr>
          <a:xfrm>
            <a:off x="833437" y="-1381125"/>
            <a:ext cx="4000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r>
              <a:rPr lang="es-ES_tradnl" sz="975" b="1">
                <a:solidFill>
                  <a:srgbClr val="AEB4BF"/>
                </a:solidFill>
              </a:rPr>
              <a:t>PROBLEMA OPERATIVO</a:t>
            </a:r>
          </a:p>
        </p:txBody>
      </p:sp>
      <p:sp>
        <p:nvSpPr>
          <p:cNvPr id="24" name="Rectángulo 23">
            <a:extLst>
              <a:ext uri="{FF2B5EF4-FFF2-40B4-BE49-F238E27FC236}">
                <a16:creationId xmlns:a16="http://schemas.microsoft.com/office/drawing/2014/main" id="{F3EB1063-C4AD-CAC8-509A-8435B7236263}"/>
              </a:ext>
            </a:extLst>
          </p:cNvPr>
          <p:cNvSpPr>
            <a:spLocks noGrp="1"/>
          </p:cNvSpPr>
          <p:nvPr/>
        </p:nvSpPr>
        <p:spPr>
          <a:xfrm>
            <a:off x="833436" y="-1133475"/>
            <a:ext cx="9791123" cy="723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r>
              <a:rPr lang="es-ES_tradnl" sz="2700" b="1">
                <a:solidFill>
                  <a:schemeClr val="bg1"/>
                </a:solidFill>
              </a:rPr>
              <a:t>Sin mockup trazable, revisar se vuelve una cadena manual.</a:t>
            </a:r>
          </a:p>
        </p:txBody>
      </p:sp>
      <p:sp>
        <p:nvSpPr>
          <p:cNvPr id="25" name="Rectángulo 24">
            <a:extLst>
              <a:ext uri="{FF2B5EF4-FFF2-40B4-BE49-F238E27FC236}">
                <a16:creationId xmlns:a16="http://schemas.microsoft.com/office/drawing/2014/main" id="{6075E4E3-91C3-F630-9E80-87092CB1EB2A}"/>
              </a:ext>
            </a:extLst>
          </p:cNvPr>
          <p:cNvSpPr>
            <a:spLocks noGrp="1"/>
          </p:cNvSpPr>
          <p:nvPr/>
        </p:nvSpPr>
        <p:spPr>
          <a:xfrm>
            <a:off x="833435" y="-571500"/>
            <a:ext cx="9244735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r>
              <a:rPr lang="es-ES_tradnl" sz="1350">
                <a:solidFill>
                  <a:srgbClr val="AEB4BF"/>
                </a:solidFill>
              </a:rPr>
              <a:t>El operador debe unir Excel, equipo, style, plantilla base, carpeta de salida y estado de impresión sin una evidencia visual única.</a:t>
            </a:r>
          </a:p>
        </p:txBody>
      </p:sp>
      <p:pic>
        <p:nvPicPr>
          <p:cNvPr id="26" name="Imagen 25">
            <a:extLst>
              <a:ext uri="{FF2B5EF4-FFF2-40B4-BE49-F238E27FC236}">
                <a16:creationId xmlns:a16="http://schemas.microsoft.com/office/drawing/2014/main" id="{3AE8AE7F-AB5D-F3FB-9CE7-0E21287FD10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43250" y="4173245"/>
            <a:ext cx="2259602" cy="797507"/>
          </a:xfrm>
          <a:prstGeom prst="rect">
            <a:avLst/>
          </a:prstGeom>
        </p:spPr>
      </p:pic>
      <p:pic>
        <p:nvPicPr>
          <p:cNvPr id="27" name="Imagen 26">
            <a:extLst>
              <a:ext uri="{FF2B5EF4-FFF2-40B4-BE49-F238E27FC236}">
                <a16:creationId xmlns:a16="http://schemas.microsoft.com/office/drawing/2014/main" id="{02ABEA17-1DF9-0F79-A8E7-BBE7BFB983F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09030" y="4205044"/>
            <a:ext cx="2230012" cy="8770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8272571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F1F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Rectángulo 44">
            <a:extLst>
              <a:ext uri="{FF2B5EF4-FFF2-40B4-BE49-F238E27FC236}">
                <a16:creationId xmlns:a16="http://schemas.microsoft.com/office/drawing/2014/main" id="{C00DCB57-680E-4A32-A781-B6DB64AC469E}"/>
              </a:ext>
            </a:extLst>
          </p:cNvPr>
          <p:cNvSpPr>
            <a:spLocks noGrp="1"/>
          </p:cNvSpPr>
          <p:nvPr/>
        </p:nvSpPr>
        <p:spPr>
          <a:xfrm>
            <a:off x="533400" y="383021"/>
            <a:ext cx="4000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r>
              <a:rPr lang="es-ES_tradnl" sz="975" b="1" dirty="0">
                <a:solidFill>
                  <a:srgbClr val="AEB4BF"/>
                </a:solidFill>
              </a:rPr>
              <a:t>VALIDACION INCREMENTAL</a:t>
            </a:r>
          </a:p>
        </p:txBody>
      </p:sp>
      <p:sp>
        <p:nvSpPr>
          <p:cNvPr id="2" name="Rectángulo 1">
            <a:extLst>
              <a:ext uri="{FF2B5EF4-FFF2-40B4-BE49-F238E27FC236}">
                <a16:creationId xmlns:a16="http://schemas.microsoft.com/office/drawing/2014/main" id="{AF7EE367-ED5E-4BFA-B1F9-463AA7301410}"/>
              </a:ext>
            </a:extLst>
          </p:cNvPr>
          <p:cNvSpPr>
            <a:spLocks noGrp="1"/>
          </p:cNvSpPr>
          <p:nvPr/>
        </p:nvSpPr>
        <p:spPr>
          <a:xfrm>
            <a:off x="533400" y="630671"/>
            <a:ext cx="10363200" cy="723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r>
              <a:rPr lang="es-ES_tradnl" sz="2700" b="1" dirty="0">
                <a:solidFill>
                  <a:schemeClr val="bg1"/>
                </a:solidFill>
              </a:rPr>
              <a:t>Validar convierte cada pedido en un estado accionable.</a:t>
            </a:r>
          </a:p>
        </p:txBody>
      </p:sp>
      <p:sp>
        <p:nvSpPr>
          <p:cNvPr id="3" name="Rectángulo 2">
            <a:extLst>
              <a:ext uri="{FF2B5EF4-FFF2-40B4-BE49-F238E27FC236}">
                <a16:creationId xmlns:a16="http://schemas.microsoft.com/office/drawing/2014/main" id="{4D8E55D6-9DEB-4923-9BAA-2506AE83DA5D}"/>
              </a:ext>
            </a:extLst>
          </p:cNvPr>
          <p:cNvSpPr>
            <a:spLocks noGrp="1"/>
          </p:cNvSpPr>
          <p:nvPr/>
        </p:nvSpPr>
        <p:spPr>
          <a:xfrm>
            <a:off x="552450" y="1125970"/>
            <a:ext cx="73342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r>
              <a:rPr lang="es-ES_tradnl" sz="1350">
                <a:solidFill>
                  <a:srgbClr val="AEB4BF"/>
                </a:solidFill>
              </a:rPr>
              <a:t>La herramienta compara el archivo esperado y la clave SQLite antes de decidir si algo puede generarse.</a:t>
            </a:r>
          </a:p>
        </p:txBody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id="{C0933924-3C18-42D7-9AC0-D82754EA0411}"/>
              </a:ext>
            </a:extLst>
          </p:cNvPr>
          <p:cNvSpPr>
            <a:spLocks noGrp="1"/>
          </p:cNvSpPr>
          <p:nvPr/>
        </p:nvSpPr>
        <p:spPr>
          <a:xfrm>
            <a:off x="590550" y="323850"/>
            <a:ext cx="514350" cy="38100"/>
          </a:xfrm>
          <a:prstGeom prst="rect">
            <a:avLst/>
          </a:prstGeom>
          <a:solidFill>
            <a:srgbClr val="BD1F36"/>
          </a:solidFill>
          <a:ln w="0">
            <a:solidFill>
              <a:srgbClr val="BD1F36"/>
            </a:solidFill>
            <a:prstDash val="solid"/>
          </a:ln>
        </p:spPr>
      </p:sp>
      <p:sp>
        <p:nvSpPr>
          <p:cNvPr id="5" name="Rectángulo redondeado 4">
            <a:extLst>
              <a:ext uri="{FF2B5EF4-FFF2-40B4-BE49-F238E27FC236}">
                <a16:creationId xmlns:a16="http://schemas.microsoft.com/office/drawing/2014/main" id="{AF45404E-E852-4F8C-8E6C-552DB4E1F689}"/>
              </a:ext>
            </a:extLst>
          </p:cNvPr>
          <p:cNvSpPr>
            <a:spLocks noGrp="1"/>
          </p:cNvSpPr>
          <p:nvPr/>
        </p:nvSpPr>
        <p:spPr>
          <a:xfrm>
            <a:off x="742950" y="2114550"/>
            <a:ext cx="7048500" cy="3448050"/>
          </a:xfrm>
          <a:prstGeom prst="roundRect">
            <a:avLst>
              <a:gd name="adj" fmla="val 2210"/>
            </a:avLst>
          </a:prstGeom>
          <a:solidFill>
            <a:srgbClr val="292B30"/>
          </a:solidFill>
          <a:ln w="9525">
            <a:solidFill>
              <a:srgbClr val="444952"/>
            </a:solidFill>
            <a:prstDash val="solid"/>
          </a:ln>
        </p:spPr>
      </p:sp>
      <p:sp>
        <p:nvSpPr>
          <p:cNvPr id="6" name="Rectángulo 5">
            <a:extLst>
              <a:ext uri="{FF2B5EF4-FFF2-40B4-BE49-F238E27FC236}">
                <a16:creationId xmlns:a16="http://schemas.microsoft.com/office/drawing/2014/main" id="{4BF78039-6225-45BD-960F-6D63FC6AE4D1}"/>
              </a:ext>
            </a:extLst>
          </p:cNvPr>
          <p:cNvSpPr>
            <a:spLocks noGrp="1"/>
          </p:cNvSpPr>
          <p:nvPr/>
        </p:nvSpPr>
        <p:spPr>
          <a:xfrm>
            <a:off x="990600" y="2371725"/>
            <a:ext cx="95250" cy="438150"/>
          </a:xfrm>
          <a:prstGeom prst="rect">
            <a:avLst/>
          </a:prstGeom>
          <a:solidFill>
            <a:srgbClr val="20B26B"/>
          </a:solidFill>
          <a:ln w="0">
            <a:solidFill>
              <a:srgbClr val="20B26B"/>
            </a:solidFill>
            <a:prstDash val="solid"/>
          </a:ln>
        </p:spPr>
      </p:sp>
      <p:sp>
        <p:nvSpPr>
          <p:cNvPr id="7" name="Rectángulo 6">
            <a:extLst>
              <a:ext uri="{FF2B5EF4-FFF2-40B4-BE49-F238E27FC236}">
                <a16:creationId xmlns:a16="http://schemas.microsoft.com/office/drawing/2014/main" id="{44F070B9-8E7F-4ECE-8F63-1279CBF13611}"/>
              </a:ext>
            </a:extLst>
          </p:cNvPr>
          <p:cNvSpPr>
            <a:spLocks noGrp="1"/>
          </p:cNvSpPr>
          <p:nvPr/>
        </p:nvSpPr>
        <p:spPr>
          <a:xfrm>
            <a:off x="1238250" y="2343150"/>
            <a:ext cx="1952625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/>
          <a:lstStyle/>
          <a:p>
            <a:pPr algn="l">
              <a:lnSpc>
                <a:spcPct val="108000"/>
              </a:lnSpc>
              <a:buNone/>
              <a:defRPr sz="1350" b="1">
                <a:solidFill>
                  <a:srgbClr val="20B26B"/>
                </a:solidFill>
                <a:latin typeface="Calibri"/>
                <a:ea typeface="Calibri"/>
                <a:cs typeface="Calibri"/>
              </a:defRPr>
            </a:pPr>
            <a:r>
              <a:rPr lang="es-ES_tradnl" sz="1350" b="1">
                <a:solidFill>
                  <a:srgbClr val="20B26B"/>
                </a:solidFill>
                <a:latin typeface="Calibri"/>
                <a:ea typeface="Calibri"/>
                <a:cs typeface="Calibri"/>
              </a:rPr>
              <a:t>FALTANTE</a:t>
            </a:r>
          </a:p>
        </p:txBody>
      </p:sp>
      <p:sp>
        <p:nvSpPr>
          <p:cNvPr id="8" name="Rectángulo 7">
            <a:extLst>
              <a:ext uri="{FF2B5EF4-FFF2-40B4-BE49-F238E27FC236}">
                <a16:creationId xmlns:a16="http://schemas.microsoft.com/office/drawing/2014/main" id="{A711745A-5C4F-4EB6-8CD2-17FB2031F992}"/>
              </a:ext>
            </a:extLst>
          </p:cNvPr>
          <p:cNvSpPr>
            <a:spLocks noGrp="1"/>
          </p:cNvSpPr>
          <p:nvPr/>
        </p:nvSpPr>
        <p:spPr>
          <a:xfrm>
            <a:off x="3333750" y="2343150"/>
            <a:ext cx="23812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/>
          <a:lstStyle/>
          <a:p>
            <a:pPr algn="l">
              <a:lnSpc>
                <a:spcPct val="108000"/>
              </a:lnSpc>
              <a:buNone/>
              <a:defRPr sz="1125" b="0">
                <a:solidFill>
                  <a:srgbClr val="F3F4F6"/>
                </a:solidFill>
                <a:latin typeface="Calibri"/>
                <a:ea typeface="Calibri"/>
                <a:cs typeface="Calibri"/>
              </a:defRPr>
            </a:pPr>
            <a:r>
              <a:rPr lang="es-ES_tradnl" sz="1200" b="0">
                <a:solidFill>
                  <a:srgbClr val="F3F4F6"/>
                </a:solidFill>
                <a:latin typeface="Calibri"/>
                <a:ea typeface="Calibri"/>
                <a:cs typeface="Calibri"/>
              </a:rPr>
              <a:t>No existe archivo ni clave.</a:t>
            </a:r>
          </a:p>
        </p:txBody>
      </p:sp>
      <p:sp>
        <p:nvSpPr>
          <p:cNvPr id="9" name="Rectángulo 8">
            <a:extLst>
              <a:ext uri="{FF2B5EF4-FFF2-40B4-BE49-F238E27FC236}">
                <a16:creationId xmlns:a16="http://schemas.microsoft.com/office/drawing/2014/main" id="{88F85D95-0AD5-4E3F-97F0-11BA524D1E7F}"/>
              </a:ext>
            </a:extLst>
          </p:cNvPr>
          <p:cNvSpPr>
            <a:spLocks noGrp="1"/>
          </p:cNvSpPr>
          <p:nvPr/>
        </p:nvSpPr>
        <p:spPr>
          <a:xfrm>
            <a:off x="5905500" y="2343150"/>
            <a:ext cx="14287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r>
              <a:rPr lang="es-ES_tradnl" sz="1200">
                <a:solidFill>
                  <a:srgbClr val="AEB4BF"/>
                </a:solidFill>
              </a:rPr>
              <a:t>Puede generarse.</a:t>
            </a:r>
          </a:p>
        </p:txBody>
      </p:sp>
      <p:sp>
        <p:nvSpPr>
          <p:cNvPr id="10" name="Rectángulo 9">
            <a:extLst>
              <a:ext uri="{FF2B5EF4-FFF2-40B4-BE49-F238E27FC236}">
                <a16:creationId xmlns:a16="http://schemas.microsoft.com/office/drawing/2014/main" id="{95D2408D-7285-4701-AED7-C2B6A3702623}"/>
              </a:ext>
            </a:extLst>
          </p:cNvPr>
          <p:cNvSpPr>
            <a:spLocks noGrp="1"/>
          </p:cNvSpPr>
          <p:nvPr/>
        </p:nvSpPr>
        <p:spPr>
          <a:xfrm>
            <a:off x="990600" y="2886075"/>
            <a:ext cx="6286500" cy="9525"/>
          </a:xfrm>
          <a:prstGeom prst="rect">
            <a:avLst/>
          </a:prstGeom>
          <a:solidFill>
            <a:srgbClr val="3A3F47"/>
          </a:solidFill>
          <a:ln w="0">
            <a:solidFill>
              <a:srgbClr val="3A3F47"/>
            </a:solidFill>
            <a:prstDash val="solid"/>
          </a:ln>
        </p:spPr>
      </p:sp>
      <p:sp>
        <p:nvSpPr>
          <p:cNvPr id="11" name="Rectángulo 10">
            <a:extLst>
              <a:ext uri="{FF2B5EF4-FFF2-40B4-BE49-F238E27FC236}">
                <a16:creationId xmlns:a16="http://schemas.microsoft.com/office/drawing/2014/main" id="{0D832131-23A7-42AD-90CE-677D197281D6}"/>
              </a:ext>
            </a:extLst>
          </p:cNvPr>
          <p:cNvSpPr>
            <a:spLocks noGrp="1"/>
          </p:cNvSpPr>
          <p:nvPr/>
        </p:nvSpPr>
        <p:spPr>
          <a:xfrm>
            <a:off x="990600" y="2962275"/>
            <a:ext cx="95250" cy="438150"/>
          </a:xfrm>
          <a:prstGeom prst="rect">
            <a:avLst/>
          </a:prstGeom>
          <a:solidFill>
            <a:srgbClr val="7D8592"/>
          </a:solidFill>
          <a:ln w="0">
            <a:solidFill>
              <a:srgbClr val="7D8592"/>
            </a:solidFill>
            <a:prstDash val="solid"/>
          </a:ln>
        </p:spPr>
      </p:sp>
      <p:sp>
        <p:nvSpPr>
          <p:cNvPr id="12" name="Rectángulo 11">
            <a:extLst>
              <a:ext uri="{FF2B5EF4-FFF2-40B4-BE49-F238E27FC236}">
                <a16:creationId xmlns:a16="http://schemas.microsoft.com/office/drawing/2014/main" id="{1178333A-5A8B-402C-A0F3-D6C1655C3E43}"/>
              </a:ext>
            </a:extLst>
          </p:cNvPr>
          <p:cNvSpPr>
            <a:spLocks noGrp="1"/>
          </p:cNvSpPr>
          <p:nvPr/>
        </p:nvSpPr>
        <p:spPr>
          <a:xfrm>
            <a:off x="1238250" y="2933700"/>
            <a:ext cx="1952625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/>
          <a:lstStyle/>
          <a:p>
            <a:pPr algn="l">
              <a:lnSpc>
                <a:spcPct val="108000"/>
              </a:lnSpc>
              <a:buNone/>
              <a:defRPr sz="1350" b="1">
                <a:solidFill>
                  <a:srgbClr val="7D8592"/>
                </a:solidFill>
                <a:latin typeface="Calibri"/>
                <a:ea typeface="Calibri"/>
                <a:cs typeface="Calibri"/>
              </a:defRPr>
            </a:pPr>
            <a:r>
              <a:rPr lang="es-ES_tradnl" sz="1350" b="1">
                <a:solidFill>
                  <a:srgbClr val="7D8592"/>
                </a:solidFill>
                <a:latin typeface="Calibri"/>
                <a:ea typeface="Calibri"/>
                <a:cs typeface="Calibri"/>
              </a:rPr>
              <a:t>YA_CREADO</a:t>
            </a:r>
          </a:p>
        </p:txBody>
      </p:sp>
      <p:sp>
        <p:nvSpPr>
          <p:cNvPr id="13" name="Rectángulo 12">
            <a:extLst>
              <a:ext uri="{FF2B5EF4-FFF2-40B4-BE49-F238E27FC236}">
                <a16:creationId xmlns:a16="http://schemas.microsoft.com/office/drawing/2014/main" id="{8B26FE0F-C79F-45AD-B669-01BCDA14013B}"/>
              </a:ext>
            </a:extLst>
          </p:cNvPr>
          <p:cNvSpPr>
            <a:spLocks noGrp="1"/>
          </p:cNvSpPr>
          <p:nvPr/>
        </p:nvSpPr>
        <p:spPr>
          <a:xfrm>
            <a:off x="3333750" y="2933700"/>
            <a:ext cx="23812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/>
          <a:lstStyle/>
          <a:p>
            <a:pPr>
              <a:lnSpc>
                <a:spcPct val="108000"/>
              </a:lnSpc>
            </a:pPr>
            <a:r>
              <a:rPr lang="es-ES_tradnl" sz="1200">
                <a:solidFill>
                  <a:srgbClr val="F3F4F6"/>
                </a:solidFill>
                <a:latin typeface="Calibri"/>
                <a:cs typeface="Calibri"/>
              </a:rPr>
              <a:t>Existe archivo y clave.</a:t>
            </a:r>
          </a:p>
        </p:txBody>
      </p:sp>
      <p:sp>
        <p:nvSpPr>
          <p:cNvPr id="14" name="Rectángulo 13">
            <a:extLst>
              <a:ext uri="{FF2B5EF4-FFF2-40B4-BE49-F238E27FC236}">
                <a16:creationId xmlns:a16="http://schemas.microsoft.com/office/drawing/2014/main" id="{061DE479-6153-4324-B312-9D0590EA6A1D}"/>
              </a:ext>
            </a:extLst>
          </p:cNvPr>
          <p:cNvSpPr>
            <a:spLocks noGrp="1"/>
          </p:cNvSpPr>
          <p:nvPr/>
        </p:nvSpPr>
        <p:spPr>
          <a:xfrm>
            <a:off x="5905500" y="2933700"/>
            <a:ext cx="14287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r>
              <a:rPr lang="es-ES_tradnl" sz="1200">
                <a:solidFill>
                  <a:srgbClr val="AEB4BF"/>
                </a:solidFill>
              </a:rPr>
              <a:t>Se omite.</a:t>
            </a:r>
          </a:p>
        </p:txBody>
      </p:sp>
      <p:sp>
        <p:nvSpPr>
          <p:cNvPr id="15" name="Rectángulo 14">
            <a:extLst>
              <a:ext uri="{FF2B5EF4-FFF2-40B4-BE49-F238E27FC236}">
                <a16:creationId xmlns:a16="http://schemas.microsoft.com/office/drawing/2014/main" id="{30B3E1F8-C2B1-4EE2-AA2F-56C03AB4C8FC}"/>
              </a:ext>
            </a:extLst>
          </p:cNvPr>
          <p:cNvSpPr>
            <a:spLocks noGrp="1"/>
          </p:cNvSpPr>
          <p:nvPr/>
        </p:nvSpPr>
        <p:spPr>
          <a:xfrm>
            <a:off x="990600" y="3476625"/>
            <a:ext cx="6286500" cy="9525"/>
          </a:xfrm>
          <a:prstGeom prst="rect">
            <a:avLst/>
          </a:prstGeom>
          <a:solidFill>
            <a:srgbClr val="3A3F47"/>
          </a:solidFill>
          <a:ln w="0">
            <a:solidFill>
              <a:srgbClr val="3A3F47"/>
            </a:solidFill>
            <a:prstDash val="solid"/>
          </a:ln>
        </p:spPr>
      </p:sp>
      <p:sp>
        <p:nvSpPr>
          <p:cNvPr id="16" name="Rectángulo 15">
            <a:extLst>
              <a:ext uri="{FF2B5EF4-FFF2-40B4-BE49-F238E27FC236}">
                <a16:creationId xmlns:a16="http://schemas.microsoft.com/office/drawing/2014/main" id="{22CA3DCA-7838-4F79-AF97-1CBA3FD05F79}"/>
              </a:ext>
            </a:extLst>
          </p:cNvPr>
          <p:cNvSpPr>
            <a:spLocks noGrp="1"/>
          </p:cNvSpPr>
          <p:nvPr/>
        </p:nvSpPr>
        <p:spPr>
          <a:xfrm>
            <a:off x="990600" y="3552825"/>
            <a:ext cx="95250" cy="438150"/>
          </a:xfrm>
          <a:prstGeom prst="rect">
            <a:avLst/>
          </a:prstGeom>
          <a:solidFill>
            <a:srgbClr val="F3C747"/>
          </a:solidFill>
          <a:ln w="0">
            <a:solidFill>
              <a:srgbClr val="F3C747"/>
            </a:solidFill>
            <a:prstDash val="solid"/>
          </a:ln>
        </p:spPr>
      </p:sp>
      <p:sp>
        <p:nvSpPr>
          <p:cNvPr id="17" name="Rectángulo 16">
            <a:extLst>
              <a:ext uri="{FF2B5EF4-FFF2-40B4-BE49-F238E27FC236}">
                <a16:creationId xmlns:a16="http://schemas.microsoft.com/office/drawing/2014/main" id="{786A678B-5111-4BD5-BEFC-D6CB4A69BF4B}"/>
              </a:ext>
            </a:extLst>
          </p:cNvPr>
          <p:cNvSpPr>
            <a:spLocks noGrp="1"/>
          </p:cNvSpPr>
          <p:nvPr/>
        </p:nvSpPr>
        <p:spPr>
          <a:xfrm>
            <a:off x="1238250" y="3524250"/>
            <a:ext cx="1952625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/>
          <a:lstStyle/>
          <a:p>
            <a:pPr algn="l">
              <a:lnSpc>
                <a:spcPct val="108000"/>
              </a:lnSpc>
              <a:buNone/>
              <a:defRPr sz="1350" b="1">
                <a:solidFill>
                  <a:srgbClr val="F3C747"/>
                </a:solidFill>
                <a:latin typeface="Calibri"/>
                <a:ea typeface="Calibri"/>
                <a:cs typeface="Calibri"/>
              </a:defRPr>
            </a:pPr>
            <a:r>
              <a:rPr lang="es-ES_tradnl" sz="1350" b="1">
                <a:solidFill>
                  <a:srgbClr val="F3C747"/>
                </a:solidFill>
                <a:latin typeface="Calibri"/>
                <a:ea typeface="Calibri"/>
                <a:cs typeface="Calibri"/>
              </a:rPr>
              <a:t>ARCHIVO_SIN_REGISTRO</a:t>
            </a:r>
          </a:p>
        </p:txBody>
      </p:sp>
      <p:sp>
        <p:nvSpPr>
          <p:cNvPr id="18" name="Rectángulo 17">
            <a:extLst>
              <a:ext uri="{FF2B5EF4-FFF2-40B4-BE49-F238E27FC236}">
                <a16:creationId xmlns:a16="http://schemas.microsoft.com/office/drawing/2014/main" id="{CC13D450-2674-427E-8736-2AF260C09EFE}"/>
              </a:ext>
            </a:extLst>
          </p:cNvPr>
          <p:cNvSpPr>
            <a:spLocks noGrp="1"/>
          </p:cNvSpPr>
          <p:nvPr/>
        </p:nvSpPr>
        <p:spPr>
          <a:xfrm>
            <a:off x="3333750" y="3524250"/>
            <a:ext cx="23812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/>
          <a:lstStyle/>
          <a:p>
            <a:pPr>
              <a:lnSpc>
                <a:spcPct val="108000"/>
              </a:lnSpc>
            </a:pPr>
            <a:r>
              <a:rPr lang="es-ES_tradnl" sz="1200">
                <a:solidFill>
                  <a:srgbClr val="F3F4F6"/>
                </a:solidFill>
                <a:latin typeface="Calibri"/>
                <a:cs typeface="Calibri"/>
              </a:rPr>
              <a:t>Existe PDF, falta SQLite.</a:t>
            </a:r>
          </a:p>
        </p:txBody>
      </p:sp>
      <p:sp>
        <p:nvSpPr>
          <p:cNvPr id="19" name="Rectángulo 18">
            <a:extLst>
              <a:ext uri="{FF2B5EF4-FFF2-40B4-BE49-F238E27FC236}">
                <a16:creationId xmlns:a16="http://schemas.microsoft.com/office/drawing/2014/main" id="{7F439E00-3694-47BE-99C6-4ED933F0E21D}"/>
              </a:ext>
            </a:extLst>
          </p:cNvPr>
          <p:cNvSpPr>
            <a:spLocks noGrp="1"/>
          </p:cNvSpPr>
          <p:nvPr/>
        </p:nvSpPr>
        <p:spPr>
          <a:xfrm>
            <a:off x="5905500" y="3524250"/>
            <a:ext cx="14287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r>
              <a:rPr lang="es-ES_tradnl" sz="1200">
                <a:solidFill>
                  <a:srgbClr val="AEB4BF"/>
                </a:solidFill>
              </a:rPr>
              <a:t>Revisión/backfill.</a:t>
            </a:r>
          </a:p>
        </p:txBody>
      </p:sp>
      <p:sp>
        <p:nvSpPr>
          <p:cNvPr id="20" name="Rectángulo 19">
            <a:extLst>
              <a:ext uri="{FF2B5EF4-FFF2-40B4-BE49-F238E27FC236}">
                <a16:creationId xmlns:a16="http://schemas.microsoft.com/office/drawing/2014/main" id="{4E0CE7C8-8E47-441D-A800-876AF554A1EA}"/>
              </a:ext>
            </a:extLst>
          </p:cNvPr>
          <p:cNvSpPr>
            <a:spLocks noGrp="1"/>
          </p:cNvSpPr>
          <p:nvPr/>
        </p:nvSpPr>
        <p:spPr>
          <a:xfrm>
            <a:off x="990600" y="4067175"/>
            <a:ext cx="6286500" cy="9525"/>
          </a:xfrm>
          <a:prstGeom prst="rect">
            <a:avLst/>
          </a:prstGeom>
          <a:solidFill>
            <a:srgbClr val="3A3F47"/>
          </a:solidFill>
          <a:ln w="0">
            <a:solidFill>
              <a:srgbClr val="3A3F47"/>
            </a:solidFill>
            <a:prstDash val="solid"/>
          </a:ln>
        </p:spPr>
      </p:sp>
      <p:sp>
        <p:nvSpPr>
          <p:cNvPr id="21" name="Rectángulo 20">
            <a:extLst>
              <a:ext uri="{FF2B5EF4-FFF2-40B4-BE49-F238E27FC236}">
                <a16:creationId xmlns:a16="http://schemas.microsoft.com/office/drawing/2014/main" id="{533986A3-18A6-4C04-BF48-49059CFDC9FB}"/>
              </a:ext>
            </a:extLst>
          </p:cNvPr>
          <p:cNvSpPr>
            <a:spLocks noGrp="1"/>
          </p:cNvSpPr>
          <p:nvPr/>
        </p:nvSpPr>
        <p:spPr>
          <a:xfrm>
            <a:off x="990600" y="4143375"/>
            <a:ext cx="95250" cy="438150"/>
          </a:xfrm>
          <a:prstGeom prst="rect">
            <a:avLst/>
          </a:prstGeom>
          <a:solidFill>
            <a:srgbClr val="F28C28"/>
          </a:solidFill>
          <a:ln w="0">
            <a:solidFill>
              <a:srgbClr val="F28C28"/>
            </a:solidFill>
            <a:prstDash val="solid"/>
          </a:ln>
        </p:spPr>
      </p:sp>
      <p:sp>
        <p:nvSpPr>
          <p:cNvPr id="22" name="Rectángulo 21">
            <a:extLst>
              <a:ext uri="{FF2B5EF4-FFF2-40B4-BE49-F238E27FC236}">
                <a16:creationId xmlns:a16="http://schemas.microsoft.com/office/drawing/2014/main" id="{50833749-DC89-42E7-AA88-922D5B069EF8}"/>
              </a:ext>
            </a:extLst>
          </p:cNvPr>
          <p:cNvSpPr>
            <a:spLocks noGrp="1"/>
          </p:cNvSpPr>
          <p:nvPr/>
        </p:nvSpPr>
        <p:spPr>
          <a:xfrm>
            <a:off x="1238250" y="4114800"/>
            <a:ext cx="1952625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/>
          <a:lstStyle/>
          <a:p>
            <a:pPr algn="l">
              <a:lnSpc>
                <a:spcPct val="108000"/>
              </a:lnSpc>
              <a:buNone/>
              <a:defRPr sz="1350" b="1">
                <a:solidFill>
                  <a:srgbClr val="F28C28"/>
                </a:solidFill>
                <a:latin typeface="Calibri"/>
                <a:ea typeface="Calibri"/>
                <a:cs typeface="Calibri"/>
              </a:defRPr>
            </a:pPr>
            <a:r>
              <a:rPr lang="es-ES_tradnl" sz="1350" b="1">
                <a:solidFill>
                  <a:srgbClr val="F28C28"/>
                </a:solidFill>
                <a:latin typeface="Calibri"/>
                <a:ea typeface="Calibri"/>
                <a:cs typeface="Calibri"/>
              </a:rPr>
              <a:t>REGISTRADO_SIN_ARCHIVO</a:t>
            </a:r>
          </a:p>
        </p:txBody>
      </p:sp>
      <p:sp>
        <p:nvSpPr>
          <p:cNvPr id="23" name="Rectángulo 22">
            <a:extLst>
              <a:ext uri="{FF2B5EF4-FFF2-40B4-BE49-F238E27FC236}">
                <a16:creationId xmlns:a16="http://schemas.microsoft.com/office/drawing/2014/main" id="{A6CA9D49-1F82-48B1-88FC-7F8CDBD47CF8}"/>
              </a:ext>
            </a:extLst>
          </p:cNvPr>
          <p:cNvSpPr>
            <a:spLocks noGrp="1"/>
          </p:cNvSpPr>
          <p:nvPr/>
        </p:nvSpPr>
        <p:spPr>
          <a:xfrm>
            <a:off x="3333750" y="4114800"/>
            <a:ext cx="23812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/>
          <a:lstStyle/>
          <a:p>
            <a:pPr>
              <a:lnSpc>
                <a:spcPct val="108000"/>
              </a:lnSpc>
            </a:pPr>
            <a:r>
              <a:rPr lang="es-ES_tradnl" sz="1200">
                <a:solidFill>
                  <a:srgbClr val="F3F4F6"/>
                </a:solidFill>
                <a:latin typeface="Calibri"/>
                <a:cs typeface="Calibri"/>
              </a:rPr>
              <a:t>Existe clave, falta PDF.</a:t>
            </a:r>
          </a:p>
        </p:txBody>
      </p:sp>
      <p:sp>
        <p:nvSpPr>
          <p:cNvPr id="24" name="Rectángulo 23">
            <a:extLst>
              <a:ext uri="{FF2B5EF4-FFF2-40B4-BE49-F238E27FC236}">
                <a16:creationId xmlns:a16="http://schemas.microsoft.com/office/drawing/2014/main" id="{48599A92-ED64-413D-89AE-915EA5EE2202}"/>
              </a:ext>
            </a:extLst>
          </p:cNvPr>
          <p:cNvSpPr>
            <a:spLocks noGrp="1"/>
          </p:cNvSpPr>
          <p:nvPr/>
        </p:nvSpPr>
        <p:spPr>
          <a:xfrm>
            <a:off x="5905500" y="4114800"/>
            <a:ext cx="14287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r>
              <a:rPr lang="es-ES_tradnl" sz="1200">
                <a:solidFill>
                  <a:srgbClr val="AEB4BF"/>
                </a:solidFill>
              </a:rPr>
              <a:t>Revisión.</a:t>
            </a:r>
          </a:p>
        </p:txBody>
      </p:sp>
      <p:sp>
        <p:nvSpPr>
          <p:cNvPr id="25" name="Rectángulo 24">
            <a:extLst>
              <a:ext uri="{FF2B5EF4-FFF2-40B4-BE49-F238E27FC236}">
                <a16:creationId xmlns:a16="http://schemas.microsoft.com/office/drawing/2014/main" id="{2B715AD1-92CA-4CBD-ABA9-DE4D7752D7D2}"/>
              </a:ext>
            </a:extLst>
          </p:cNvPr>
          <p:cNvSpPr>
            <a:spLocks noGrp="1"/>
          </p:cNvSpPr>
          <p:nvPr/>
        </p:nvSpPr>
        <p:spPr>
          <a:xfrm>
            <a:off x="990600" y="4657725"/>
            <a:ext cx="6286500" cy="9525"/>
          </a:xfrm>
          <a:prstGeom prst="rect">
            <a:avLst/>
          </a:prstGeom>
          <a:solidFill>
            <a:srgbClr val="3A3F47"/>
          </a:solidFill>
          <a:ln w="0">
            <a:solidFill>
              <a:srgbClr val="3A3F47"/>
            </a:solidFill>
            <a:prstDash val="solid"/>
          </a:ln>
        </p:spPr>
      </p:sp>
      <p:sp>
        <p:nvSpPr>
          <p:cNvPr id="26" name="Rectángulo 25">
            <a:extLst>
              <a:ext uri="{FF2B5EF4-FFF2-40B4-BE49-F238E27FC236}">
                <a16:creationId xmlns:a16="http://schemas.microsoft.com/office/drawing/2014/main" id="{074B9104-D719-46B3-A8EC-8FF969054697}"/>
              </a:ext>
            </a:extLst>
          </p:cNvPr>
          <p:cNvSpPr>
            <a:spLocks noGrp="1"/>
          </p:cNvSpPr>
          <p:nvPr/>
        </p:nvSpPr>
        <p:spPr>
          <a:xfrm>
            <a:off x="990600" y="4733925"/>
            <a:ext cx="95250" cy="438150"/>
          </a:xfrm>
          <a:prstGeom prst="rect">
            <a:avLst/>
          </a:prstGeom>
          <a:solidFill>
            <a:srgbClr val="BD1F36"/>
          </a:solidFill>
          <a:ln w="0">
            <a:solidFill>
              <a:srgbClr val="BD1F36"/>
            </a:solidFill>
            <a:prstDash val="solid"/>
          </a:ln>
        </p:spPr>
      </p:sp>
      <p:sp>
        <p:nvSpPr>
          <p:cNvPr id="27" name="Rectángulo 26">
            <a:extLst>
              <a:ext uri="{FF2B5EF4-FFF2-40B4-BE49-F238E27FC236}">
                <a16:creationId xmlns:a16="http://schemas.microsoft.com/office/drawing/2014/main" id="{5E115135-8D07-4024-8EFB-12A025CC6174}"/>
              </a:ext>
            </a:extLst>
          </p:cNvPr>
          <p:cNvSpPr>
            <a:spLocks noGrp="1"/>
          </p:cNvSpPr>
          <p:nvPr/>
        </p:nvSpPr>
        <p:spPr>
          <a:xfrm>
            <a:off x="1238250" y="4705350"/>
            <a:ext cx="1952625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/>
          <a:lstStyle/>
          <a:p>
            <a:pPr algn="l">
              <a:lnSpc>
                <a:spcPct val="108000"/>
              </a:lnSpc>
              <a:buNone/>
              <a:defRPr sz="1350" b="1">
                <a:solidFill>
                  <a:srgbClr val="BD1F36"/>
                </a:solidFill>
                <a:latin typeface="Calibri"/>
                <a:ea typeface="Calibri"/>
                <a:cs typeface="Calibri"/>
              </a:defRPr>
            </a:pPr>
            <a:r>
              <a:rPr lang="es-ES_tradnl" sz="1350" b="1">
                <a:solidFill>
                  <a:srgbClr val="BD1F36"/>
                </a:solidFill>
                <a:latin typeface="Calibri"/>
                <a:ea typeface="Calibri"/>
                <a:cs typeface="Calibri"/>
              </a:rPr>
              <a:t>CONFLICTO</a:t>
            </a:r>
          </a:p>
        </p:txBody>
      </p:sp>
      <p:sp>
        <p:nvSpPr>
          <p:cNvPr id="28" name="Rectángulo 27">
            <a:extLst>
              <a:ext uri="{FF2B5EF4-FFF2-40B4-BE49-F238E27FC236}">
                <a16:creationId xmlns:a16="http://schemas.microsoft.com/office/drawing/2014/main" id="{E725A66D-EAC4-457B-8F14-8252A3AA9F25}"/>
              </a:ext>
            </a:extLst>
          </p:cNvPr>
          <p:cNvSpPr>
            <a:spLocks noGrp="1"/>
          </p:cNvSpPr>
          <p:nvPr/>
        </p:nvSpPr>
        <p:spPr>
          <a:xfrm>
            <a:off x="3333750" y="4705350"/>
            <a:ext cx="23812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/>
          <a:lstStyle/>
          <a:p>
            <a:pPr>
              <a:lnSpc>
                <a:spcPct val="108000"/>
              </a:lnSpc>
            </a:pPr>
            <a:r>
              <a:rPr lang="es-ES_tradnl" sz="1200">
                <a:solidFill>
                  <a:srgbClr val="F3F4F6"/>
                </a:solidFill>
                <a:latin typeface="Calibri"/>
                <a:cs typeface="Calibri"/>
              </a:rPr>
              <a:t>Duplicado de clave o archivo.</a:t>
            </a:r>
          </a:p>
        </p:txBody>
      </p:sp>
      <p:sp>
        <p:nvSpPr>
          <p:cNvPr id="29" name="Rectángulo 28">
            <a:extLst>
              <a:ext uri="{FF2B5EF4-FFF2-40B4-BE49-F238E27FC236}">
                <a16:creationId xmlns:a16="http://schemas.microsoft.com/office/drawing/2014/main" id="{DB208C5B-31CA-450E-8D33-2DD89A92A6A3}"/>
              </a:ext>
            </a:extLst>
          </p:cNvPr>
          <p:cNvSpPr>
            <a:spLocks noGrp="1"/>
          </p:cNvSpPr>
          <p:nvPr/>
        </p:nvSpPr>
        <p:spPr>
          <a:xfrm>
            <a:off x="5905500" y="4705350"/>
            <a:ext cx="14287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r>
              <a:rPr lang="es-ES_tradnl" sz="1200">
                <a:solidFill>
                  <a:srgbClr val="AEB4BF"/>
                </a:solidFill>
              </a:rPr>
              <a:t>Bloquea generar.</a:t>
            </a:r>
          </a:p>
        </p:txBody>
      </p:sp>
      <p:sp>
        <p:nvSpPr>
          <p:cNvPr id="30" name="Rectángulo 29">
            <a:extLst>
              <a:ext uri="{FF2B5EF4-FFF2-40B4-BE49-F238E27FC236}">
                <a16:creationId xmlns:a16="http://schemas.microsoft.com/office/drawing/2014/main" id="{D43C73F8-D5AF-4691-AB9C-4E0F721AC9E5}"/>
              </a:ext>
            </a:extLst>
          </p:cNvPr>
          <p:cNvSpPr>
            <a:spLocks noGrp="1"/>
          </p:cNvSpPr>
          <p:nvPr/>
        </p:nvSpPr>
        <p:spPr>
          <a:xfrm>
            <a:off x="990600" y="5248275"/>
            <a:ext cx="6286500" cy="9525"/>
          </a:xfrm>
          <a:prstGeom prst="rect">
            <a:avLst/>
          </a:prstGeom>
          <a:solidFill>
            <a:srgbClr val="3A3F47"/>
          </a:solidFill>
          <a:ln w="0">
            <a:solidFill>
              <a:srgbClr val="3A3F47"/>
            </a:solidFill>
            <a:prstDash val="solid"/>
          </a:ln>
        </p:spPr>
      </p:sp>
      <p:sp>
        <p:nvSpPr>
          <p:cNvPr id="31" name="Rectángulo redondeado 30">
            <a:extLst>
              <a:ext uri="{FF2B5EF4-FFF2-40B4-BE49-F238E27FC236}">
                <a16:creationId xmlns:a16="http://schemas.microsoft.com/office/drawing/2014/main" id="{70A7EC67-B9D1-4D02-93B6-5E22000861D5}"/>
              </a:ext>
            </a:extLst>
          </p:cNvPr>
          <p:cNvSpPr>
            <a:spLocks noGrp="1"/>
          </p:cNvSpPr>
          <p:nvPr/>
        </p:nvSpPr>
        <p:spPr>
          <a:xfrm>
            <a:off x="8448675" y="2049112"/>
            <a:ext cx="2476500" cy="1083375"/>
          </a:xfrm>
          <a:prstGeom prst="roundRect">
            <a:avLst>
              <a:gd name="adj" fmla="val 8511"/>
            </a:avLst>
          </a:prstGeom>
          <a:solidFill>
            <a:srgbClr val="292B30"/>
          </a:solidFill>
          <a:ln w="9525">
            <a:solidFill>
              <a:srgbClr val="444952"/>
            </a:solidFill>
            <a:prstDash val="solid"/>
          </a:ln>
        </p:spPr>
      </p:sp>
      <p:sp>
        <p:nvSpPr>
          <p:cNvPr id="32" name="Rectángulo 31">
            <a:extLst>
              <a:ext uri="{FF2B5EF4-FFF2-40B4-BE49-F238E27FC236}">
                <a16:creationId xmlns:a16="http://schemas.microsoft.com/office/drawing/2014/main" id="{CEB7C3AC-7C28-4287-9225-8699EE7E4C68}"/>
              </a:ext>
            </a:extLst>
          </p:cNvPr>
          <p:cNvSpPr>
            <a:spLocks noGrp="1"/>
          </p:cNvSpPr>
          <p:nvPr/>
        </p:nvSpPr>
        <p:spPr>
          <a:xfrm>
            <a:off x="8448675" y="2049112"/>
            <a:ext cx="104198" cy="1083374"/>
          </a:xfrm>
          <a:prstGeom prst="rect">
            <a:avLst/>
          </a:prstGeom>
          <a:solidFill>
            <a:srgbClr val="2D7FF9"/>
          </a:solidFill>
          <a:ln w="0">
            <a:solidFill>
              <a:srgbClr val="2D7FF9"/>
            </a:solidFill>
            <a:prstDash val="solid"/>
          </a:ln>
        </p:spPr>
      </p:sp>
      <p:sp>
        <p:nvSpPr>
          <p:cNvPr id="33" name="Rectángulo 32">
            <a:extLst>
              <a:ext uri="{FF2B5EF4-FFF2-40B4-BE49-F238E27FC236}">
                <a16:creationId xmlns:a16="http://schemas.microsoft.com/office/drawing/2014/main" id="{B3A8C18E-CCC1-4E7A-BC65-417C170156FD}"/>
              </a:ext>
            </a:extLst>
          </p:cNvPr>
          <p:cNvSpPr>
            <a:spLocks noGrp="1"/>
          </p:cNvSpPr>
          <p:nvPr/>
        </p:nvSpPr>
        <p:spPr>
          <a:xfrm>
            <a:off x="8620125" y="2101563"/>
            <a:ext cx="21907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r>
              <a:rPr lang="es-ES_tradnl" b="1" dirty="0">
                <a:solidFill>
                  <a:schemeClr val="bg1"/>
                </a:solidFill>
              </a:rPr>
              <a:t>Impresión aparte</a:t>
            </a:r>
          </a:p>
        </p:txBody>
      </p:sp>
      <p:sp>
        <p:nvSpPr>
          <p:cNvPr id="34" name="Rectángulo 33">
            <a:extLst>
              <a:ext uri="{FF2B5EF4-FFF2-40B4-BE49-F238E27FC236}">
                <a16:creationId xmlns:a16="http://schemas.microsoft.com/office/drawing/2014/main" id="{0E313655-29C2-4CA5-B39E-3FC2CC6FC711}"/>
              </a:ext>
            </a:extLst>
          </p:cNvPr>
          <p:cNvSpPr>
            <a:spLocks noGrp="1"/>
          </p:cNvSpPr>
          <p:nvPr/>
        </p:nvSpPr>
        <p:spPr>
          <a:xfrm>
            <a:off x="8620125" y="2406363"/>
            <a:ext cx="21526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r>
              <a:rPr lang="es-ES_tradnl" sz="1200">
                <a:solidFill>
                  <a:srgbClr val="AEB4BF"/>
                </a:solidFill>
              </a:rPr>
              <a:t>`impreso` no convierte un PDF en faltante ni fuerza regeneración.</a:t>
            </a:r>
          </a:p>
        </p:txBody>
      </p:sp>
      <p:sp>
        <p:nvSpPr>
          <p:cNvPr id="35" name="Rectángulo redondeado 34">
            <a:extLst>
              <a:ext uri="{FF2B5EF4-FFF2-40B4-BE49-F238E27FC236}">
                <a16:creationId xmlns:a16="http://schemas.microsoft.com/office/drawing/2014/main" id="{483E7C36-4962-40D4-B862-B5161F647638}"/>
              </a:ext>
            </a:extLst>
          </p:cNvPr>
          <p:cNvSpPr>
            <a:spLocks noGrp="1"/>
          </p:cNvSpPr>
          <p:nvPr/>
        </p:nvSpPr>
        <p:spPr>
          <a:xfrm>
            <a:off x="8448675" y="3325462"/>
            <a:ext cx="2476500" cy="1083375"/>
          </a:xfrm>
          <a:prstGeom prst="roundRect">
            <a:avLst>
              <a:gd name="adj" fmla="val 8511"/>
            </a:avLst>
          </a:prstGeom>
          <a:solidFill>
            <a:srgbClr val="292B30"/>
          </a:solidFill>
          <a:ln w="9525">
            <a:solidFill>
              <a:srgbClr val="444952"/>
            </a:solidFill>
            <a:prstDash val="solid"/>
          </a:ln>
        </p:spPr>
      </p:sp>
      <p:sp>
        <p:nvSpPr>
          <p:cNvPr id="36" name="Rectángulo 35">
            <a:extLst>
              <a:ext uri="{FF2B5EF4-FFF2-40B4-BE49-F238E27FC236}">
                <a16:creationId xmlns:a16="http://schemas.microsoft.com/office/drawing/2014/main" id="{52F0CE59-17BF-4BEF-8391-98ECE8DB98B2}"/>
              </a:ext>
            </a:extLst>
          </p:cNvPr>
          <p:cNvSpPr>
            <a:spLocks noGrp="1"/>
          </p:cNvSpPr>
          <p:nvPr/>
        </p:nvSpPr>
        <p:spPr>
          <a:xfrm>
            <a:off x="8448675" y="3325462"/>
            <a:ext cx="104198" cy="1083374"/>
          </a:xfrm>
          <a:prstGeom prst="rect">
            <a:avLst/>
          </a:prstGeom>
          <a:solidFill>
            <a:srgbClr val="BD1F36"/>
          </a:solidFill>
          <a:ln w="0">
            <a:solidFill>
              <a:srgbClr val="BD1F36"/>
            </a:solidFill>
            <a:prstDash val="solid"/>
          </a:ln>
        </p:spPr>
      </p:sp>
      <p:sp>
        <p:nvSpPr>
          <p:cNvPr id="37" name="Rectángulo 36">
            <a:extLst>
              <a:ext uri="{FF2B5EF4-FFF2-40B4-BE49-F238E27FC236}">
                <a16:creationId xmlns:a16="http://schemas.microsoft.com/office/drawing/2014/main" id="{84FE612F-8A83-4FB8-A03C-8006707353C6}"/>
              </a:ext>
            </a:extLst>
          </p:cNvPr>
          <p:cNvSpPr>
            <a:spLocks noGrp="1"/>
          </p:cNvSpPr>
          <p:nvPr/>
        </p:nvSpPr>
        <p:spPr>
          <a:xfrm>
            <a:off x="8620125" y="3377913"/>
            <a:ext cx="21907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r>
              <a:rPr lang="es-ES_tradnl" b="1">
                <a:solidFill>
                  <a:schemeClr val="bg1"/>
                </a:solidFill>
              </a:rPr>
              <a:t>Regla critica</a:t>
            </a:r>
          </a:p>
        </p:txBody>
      </p:sp>
      <p:sp>
        <p:nvSpPr>
          <p:cNvPr id="38" name="Rectángulo 37">
            <a:extLst>
              <a:ext uri="{FF2B5EF4-FFF2-40B4-BE49-F238E27FC236}">
                <a16:creationId xmlns:a16="http://schemas.microsoft.com/office/drawing/2014/main" id="{6712D688-FC42-46D2-A539-BB2D33E40263}"/>
              </a:ext>
            </a:extLst>
          </p:cNvPr>
          <p:cNvSpPr>
            <a:spLocks noGrp="1"/>
          </p:cNvSpPr>
          <p:nvPr/>
        </p:nvSpPr>
        <p:spPr>
          <a:xfrm>
            <a:off x="8620125" y="3682713"/>
            <a:ext cx="21526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r>
              <a:rPr lang="es-ES_tradnl" sz="1200">
                <a:solidFill>
                  <a:srgbClr val="AEB4BF"/>
                </a:solidFill>
              </a:rPr>
              <a:t>Si hay conflicto, no se genera nada hasta resolverlo.</a:t>
            </a:r>
          </a:p>
        </p:txBody>
      </p:sp>
      <p:sp>
        <p:nvSpPr>
          <p:cNvPr id="39" name="Rectángulo redondeado 38">
            <a:extLst>
              <a:ext uri="{FF2B5EF4-FFF2-40B4-BE49-F238E27FC236}">
                <a16:creationId xmlns:a16="http://schemas.microsoft.com/office/drawing/2014/main" id="{52B4E9E6-7A35-408C-BF8B-CCA45B019D19}"/>
              </a:ext>
            </a:extLst>
          </p:cNvPr>
          <p:cNvSpPr>
            <a:spLocks noGrp="1"/>
          </p:cNvSpPr>
          <p:nvPr/>
        </p:nvSpPr>
        <p:spPr>
          <a:xfrm>
            <a:off x="8448675" y="4601812"/>
            <a:ext cx="2476500" cy="1083375"/>
          </a:xfrm>
          <a:prstGeom prst="roundRect">
            <a:avLst>
              <a:gd name="adj" fmla="val 8511"/>
            </a:avLst>
          </a:prstGeom>
          <a:solidFill>
            <a:srgbClr val="292B30"/>
          </a:solidFill>
          <a:ln w="9525">
            <a:solidFill>
              <a:srgbClr val="444952"/>
            </a:solidFill>
            <a:prstDash val="solid"/>
          </a:ln>
        </p:spPr>
      </p:sp>
      <p:sp>
        <p:nvSpPr>
          <p:cNvPr id="40" name="Rectángulo 39">
            <a:extLst>
              <a:ext uri="{FF2B5EF4-FFF2-40B4-BE49-F238E27FC236}">
                <a16:creationId xmlns:a16="http://schemas.microsoft.com/office/drawing/2014/main" id="{F61361F8-5F5A-446F-949F-B39065380813}"/>
              </a:ext>
            </a:extLst>
          </p:cNvPr>
          <p:cNvSpPr>
            <a:spLocks noGrp="1"/>
          </p:cNvSpPr>
          <p:nvPr/>
        </p:nvSpPr>
        <p:spPr>
          <a:xfrm>
            <a:off x="8448675" y="4601812"/>
            <a:ext cx="104198" cy="1083374"/>
          </a:xfrm>
          <a:prstGeom prst="rect">
            <a:avLst/>
          </a:prstGeom>
          <a:solidFill>
            <a:srgbClr val="20B26B"/>
          </a:solidFill>
          <a:ln w="0">
            <a:solidFill>
              <a:srgbClr val="20B26B"/>
            </a:solidFill>
            <a:prstDash val="solid"/>
          </a:ln>
        </p:spPr>
      </p:sp>
      <p:sp>
        <p:nvSpPr>
          <p:cNvPr id="41" name="Rectángulo 40">
            <a:extLst>
              <a:ext uri="{FF2B5EF4-FFF2-40B4-BE49-F238E27FC236}">
                <a16:creationId xmlns:a16="http://schemas.microsoft.com/office/drawing/2014/main" id="{C9275A92-2529-4AF4-AE43-AEF2C4CD5854}"/>
              </a:ext>
            </a:extLst>
          </p:cNvPr>
          <p:cNvSpPr>
            <a:spLocks noGrp="1"/>
          </p:cNvSpPr>
          <p:nvPr/>
        </p:nvSpPr>
        <p:spPr>
          <a:xfrm>
            <a:off x="8620125" y="4654263"/>
            <a:ext cx="21907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r>
              <a:rPr lang="es-ES_tradnl" b="1">
                <a:solidFill>
                  <a:schemeClr val="bg1"/>
                </a:solidFill>
              </a:rPr>
              <a:t>Resultado</a:t>
            </a:r>
          </a:p>
        </p:txBody>
      </p:sp>
      <p:sp>
        <p:nvSpPr>
          <p:cNvPr id="42" name="Rectángulo 41">
            <a:extLst>
              <a:ext uri="{FF2B5EF4-FFF2-40B4-BE49-F238E27FC236}">
                <a16:creationId xmlns:a16="http://schemas.microsoft.com/office/drawing/2014/main" id="{D8BFB5F9-6FE0-4BDA-9EDA-D998772E1A66}"/>
              </a:ext>
            </a:extLst>
          </p:cNvPr>
          <p:cNvSpPr>
            <a:spLocks noGrp="1"/>
          </p:cNvSpPr>
          <p:nvPr/>
        </p:nvSpPr>
        <p:spPr>
          <a:xfrm>
            <a:off x="8620125" y="4959063"/>
            <a:ext cx="21526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r>
              <a:rPr lang="es-ES_tradnl" sz="1200">
                <a:solidFill>
                  <a:srgbClr val="AEB4BF"/>
                </a:solidFill>
              </a:rPr>
              <a:t>El operador ve conteos, warnings, BD y log antes de continuar.</a:t>
            </a:r>
          </a:p>
        </p:txBody>
      </p:sp>
      <p:sp>
        <p:nvSpPr>
          <p:cNvPr id="43" name="Rectángulo 42">
            <a:extLst>
              <a:ext uri="{FF2B5EF4-FFF2-40B4-BE49-F238E27FC236}">
                <a16:creationId xmlns:a16="http://schemas.microsoft.com/office/drawing/2014/main" id="{7850B4F9-0C4A-4A86-A9E0-582875FB77F7}"/>
              </a:ext>
            </a:extLst>
          </p:cNvPr>
          <p:cNvSpPr>
            <a:spLocks noGrp="1"/>
          </p:cNvSpPr>
          <p:nvPr/>
        </p:nvSpPr>
        <p:spPr>
          <a:xfrm>
            <a:off x="533400" y="6515100"/>
            <a:ext cx="34290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/>
          <a:lstStyle/>
          <a:p>
            <a:pPr algn="l">
              <a:lnSpc>
                <a:spcPct val="108000"/>
              </a:lnSpc>
              <a:buNone/>
              <a:defRPr sz="675" b="0">
                <a:solidFill>
                  <a:srgbClr val="7D8592"/>
                </a:solidFill>
                <a:latin typeface="Calibri"/>
                <a:ea typeface="Calibri"/>
                <a:cs typeface="Calibri"/>
              </a:defRPr>
            </a:pPr>
            <a:r>
              <a:rPr lang="es-ES_tradnl" sz="675" b="0">
                <a:solidFill>
                  <a:srgbClr val="7D8592"/>
                </a:solidFill>
                <a:latin typeface="Calibri"/>
                <a:ea typeface="Calibri"/>
                <a:cs typeface="Calibri"/>
              </a:rPr>
              <a:t>RMC Control System | RMC MockupTool</a:t>
            </a:r>
          </a:p>
        </p:txBody>
      </p:sp>
      <p:sp>
        <p:nvSpPr>
          <p:cNvPr id="44" name="Rectángulo 43">
            <a:extLst>
              <a:ext uri="{FF2B5EF4-FFF2-40B4-BE49-F238E27FC236}">
                <a16:creationId xmlns:a16="http://schemas.microsoft.com/office/drawing/2014/main" id="{7A8EC983-D212-495C-9DD1-C5D9EEABFF15}"/>
              </a:ext>
            </a:extLst>
          </p:cNvPr>
          <p:cNvSpPr>
            <a:spLocks noGrp="1"/>
          </p:cNvSpPr>
          <p:nvPr/>
        </p:nvSpPr>
        <p:spPr>
          <a:xfrm>
            <a:off x="11334750" y="6496050"/>
            <a:ext cx="3238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/>
          <a:lstStyle/>
          <a:p>
            <a:pPr algn="r">
              <a:lnSpc>
                <a:spcPct val="108000"/>
              </a:lnSpc>
              <a:buNone/>
              <a:defRPr sz="750" b="0">
                <a:solidFill>
                  <a:srgbClr val="7D8592"/>
                </a:solidFill>
                <a:latin typeface="Calibri"/>
                <a:ea typeface="Calibri"/>
                <a:cs typeface="Calibri"/>
              </a:defRPr>
            </a:pPr>
            <a:r>
              <a:rPr lang="es-ES_tradnl" sz="750" b="0">
                <a:solidFill>
                  <a:srgbClr val="7D8592"/>
                </a:solidFill>
                <a:latin typeface="Calibri"/>
                <a:ea typeface="Calibri"/>
                <a:cs typeface="Calibri"/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187124435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F1F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Rectángulo 26">
            <a:extLst>
              <a:ext uri="{FF2B5EF4-FFF2-40B4-BE49-F238E27FC236}">
                <a16:creationId xmlns:a16="http://schemas.microsoft.com/office/drawing/2014/main" id="{FD8A2B40-40F0-4FA6-9087-4E58949CA8A8}"/>
              </a:ext>
            </a:extLst>
          </p:cNvPr>
          <p:cNvSpPr>
            <a:spLocks noGrp="1"/>
          </p:cNvSpPr>
          <p:nvPr/>
        </p:nvSpPr>
        <p:spPr>
          <a:xfrm>
            <a:off x="533400" y="355600"/>
            <a:ext cx="4000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r>
              <a:rPr lang="es-ES_tradnl" sz="975" b="1" dirty="0">
                <a:solidFill>
                  <a:srgbClr val="AEB4BF"/>
                </a:solidFill>
              </a:rPr>
              <a:t>PDF ANOTADO</a:t>
            </a:r>
          </a:p>
        </p:txBody>
      </p:sp>
      <p:sp>
        <p:nvSpPr>
          <p:cNvPr id="2" name="Rectángulo 1">
            <a:extLst>
              <a:ext uri="{FF2B5EF4-FFF2-40B4-BE49-F238E27FC236}">
                <a16:creationId xmlns:a16="http://schemas.microsoft.com/office/drawing/2014/main" id="{92D523E9-E28A-4AC0-A360-C2D198F4CADA}"/>
              </a:ext>
            </a:extLst>
          </p:cNvPr>
          <p:cNvSpPr>
            <a:spLocks noGrp="1"/>
          </p:cNvSpPr>
          <p:nvPr/>
        </p:nvSpPr>
        <p:spPr>
          <a:xfrm>
            <a:off x="533400" y="522186"/>
            <a:ext cx="9677400" cy="723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r>
              <a:rPr lang="es-ES_tradnl" sz="2700" b="1" dirty="0">
                <a:solidFill>
                  <a:schemeClr val="bg1"/>
                </a:solidFill>
              </a:rPr>
              <a:t>El mockup es evidencia visual, no el arte final de producción.</a:t>
            </a:r>
          </a:p>
        </p:txBody>
      </p:sp>
      <p:sp>
        <p:nvSpPr>
          <p:cNvPr id="3" name="Rectángulo 2">
            <a:extLst>
              <a:ext uri="{FF2B5EF4-FFF2-40B4-BE49-F238E27FC236}">
                <a16:creationId xmlns:a16="http://schemas.microsoft.com/office/drawing/2014/main" id="{3F8D3BD4-03A4-4D13-83EF-508C39A6004D}"/>
              </a:ext>
            </a:extLst>
          </p:cNvPr>
          <p:cNvSpPr>
            <a:spLocks noGrp="1"/>
          </p:cNvSpPr>
          <p:nvPr/>
        </p:nvSpPr>
        <p:spPr>
          <a:xfrm>
            <a:off x="533400" y="997484"/>
            <a:ext cx="73342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r>
              <a:rPr lang="es-ES_tradnl" sz="1350" dirty="0">
                <a:solidFill>
                  <a:srgbClr val="AEB4BF"/>
                </a:solidFill>
              </a:rPr>
              <a:t>El PDF se anota con datos operativos para revisión, validación, consulta e impresión controlada.</a:t>
            </a:r>
          </a:p>
        </p:txBody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id="{F7AD62B7-61C0-46B1-A3D1-4457C62F5EDD}"/>
              </a:ext>
            </a:extLst>
          </p:cNvPr>
          <p:cNvSpPr>
            <a:spLocks noGrp="1"/>
          </p:cNvSpPr>
          <p:nvPr/>
        </p:nvSpPr>
        <p:spPr>
          <a:xfrm>
            <a:off x="590550" y="323850"/>
            <a:ext cx="514350" cy="38100"/>
          </a:xfrm>
          <a:prstGeom prst="rect">
            <a:avLst/>
          </a:prstGeom>
          <a:solidFill>
            <a:srgbClr val="BD1F36"/>
          </a:solidFill>
          <a:ln w="0">
            <a:solidFill>
              <a:srgbClr val="BD1F36"/>
            </a:solidFill>
            <a:prstDash val="solid"/>
          </a:ln>
        </p:spPr>
      </p:sp>
      <p:sp>
        <p:nvSpPr>
          <p:cNvPr id="6" name="Rectángulo 5">
            <a:extLst>
              <a:ext uri="{FF2B5EF4-FFF2-40B4-BE49-F238E27FC236}">
                <a16:creationId xmlns:a16="http://schemas.microsoft.com/office/drawing/2014/main" id="{0BB49D68-596A-4D94-9125-402E7F1815A6}"/>
              </a:ext>
            </a:extLst>
          </p:cNvPr>
          <p:cNvSpPr>
            <a:spLocks noGrp="1"/>
          </p:cNvSpPr>
          <p:nvPr/>
        </p:nvSpPr>
        <p:spPr>
          <a:xfrm>
            <a:off x="1267403" y="1697470"/>
            <a:ext cx="5371522" cy="129310"/>
          </a:xfrm>
          <a:prstGeom prst="rect">
            <a:avLst/>
          </a:prstGeom>
          <a:solidFill>
            <a:srgbClr val="BD1F36"/>
          </a:solidFill>
          <a:ln w="0">
            <a:solidFill>
              <a:srgbClr val="BD1F36"/>
            </a:solidFill>
            <a:prstDash val="solid"/>
          </a:ln>
        </p:spPr>
      </p:sp>
      <p:sp>
        <p:nvSpPr>
          <p:cNvPr id="13" name="Rectángulo redondeado 12">
            <a:extLst>
              <a:ext uri="{FF2B5EF4-FFF2-40B4-BE49-F238E27FC236}">
                <a16:creationId xmlns:a16="http://schemas.microsoft.com/office/drawing/2014/main" id="{8B0FD165-97AE-4B76-BAA0-1686497DA43A}"/>
              </a:ext>
            </a:extLst>
          </p:cNvPr>
          <p:cNvSpPr>
            <a:spLocks noGrp="1"/>
          </p:cNvSpPr>
          <p:nvPr/>
        </p:nvSpPr>
        <p:spPr>
          <a:xfrm>
            <a:off x="7524750" y="1910239"/>
            <a:ext cx="2857500" cy="1037273"/>
          </a:xfrm>
          <a:prstGeom prst="roundRect">
            <a:avLst>
              <a:gd name="adj" fmla="val 8889"/>
            </a:avLst>
          </a:prstGeom>
          <a:solidFill>
            <a:srgbClr val="292B30"/>
          </a:solidFill>
          <a:ln w="9525">
            <a:solidFill>
              <a:srgbClr val="444952"/>
            </a:solidFill>
            <a:prstDash val="solid"/>
          </a:ln>
        </p:spPr>
      </p:sp>
      <p:sp>
        <p:nvSpPr>
          <p:cNvPr id="14" name="Rectángulo 13">
            <a:extLst>
              <a:ext uri="{FF2B5EF4-FFF2-40B4-BE49-F238E27FC236}">
                <a16:creationId xmlns:a16="http://schemas.microsoft.com/office/drawing/2014/main" id="{A16AB7C3-9EC2-4248-8826-2DEBC7DE025B}"/>
              </a:ext>
            </a:extLst>
          </p:cNvPr>
          <p:cNvSpPr>
            <a:spLocks noGrp="1"/>
          </p:cNvSpPr>
          <p:nvPr/>
        </p:nvSpPr>
        <p:spPr>
          <a:xfrm>
            <a:off x="7524750" y="1910239"/>
            <a:ext cx="105641" cy="1037273"/>
          </a:xfrm>
          <a:prstGeom prst="rect">
            <a:avLst/>
          </a:prstGeom>
          <a:solidFill>
            <a:srgbClr val="BD1F36"/>
          </a:solidFill>
          <a:ln w="0">
            <a:solidFill>
              <a:srgbClr val="BD1F36"/>
            </a:solidFill>
            <a:prstDash val="solid"/>
          </a:ln>
        </p:spPr>
      </p:sp>
      <p:sp>
        <p:nvSpPr>
          <p:cNvPr id="15" name="Rectángulo 14">
            <a:extLst>
              <a:ext uri="{FF2B5EF4-FFF2-40B4-BE49-F238E27FC236}">
                <a16:creationId xmlns:a16="http://schemas.microsoft.com/office/drawing/2014/main" id="{28CAAA1A-9AD4-42DC-A1F2-9E90B8F6D69F}"/>
              </a:ext>
            </a:extLst>
          </p:cNvPr>
          <p:cNvSpPr>
            <a:spLocks noGrp="1"/>
          </p:cNvSpPr>
          <p:nvPr/>
        </p:nvSpPr>
        <p:spPr>
          <a:xfrm>
            <a:off x="7696200" y="2014110"/>
            <a:ext cx="25717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r>
              <a:rPr lang="es-ES_tradnl" b="1" dirty="0">
                <a:solidFill>
                  <a:schemeClr val="bg1"/>
                </a:solidFill>
              </a:rPr>
              <a:t>Personalizadas</a:t>
            </a:r>
          </a:p>
        </p:txBody>
      </p:sp>
      <p:sp>
        <p:nvSpPr>
          <p:cNvPr id="16" name="Rectángulo 15">
            <a:extLst>
              <a:ext uri="{FF2B5EF4-FFF2-40B4-BE49-F238E27FC236}">
                <a16:creationId xmlns:a16="http://schemas.microsoft.com/office/drawing/2014/main" id="{CB8596E4-B69A-48B8-99BE-F8C41C6D6DFF}"/>
              </a:ext>
            </a:extLst>
          </p:cNvPr>
          <p:cNvSpPr>
            <a:spLocks noGrp="1"/>
          </p:cNvSpPr>
          <p:nvPr/>
        </p:nvSpPr>
        <p:spPr>
          <a:xfrm>
            <a:off x="7696200" y="2318910"/>
            <a:ext cx="25336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r>
              <a:rPr lang="es-ES_tradnl" sz="1200" dirty="0">
                <a:solidFill>
                  <a:srgbClr val="AEB4BF"/>
                </a:solidFill>
              </a:rPr>
              <a:t>Fecha del titulo, WO, Style, piezas, talla y firma.</a:t>
            </a:r>
          </a:p>
        </p:txBody>
      </p:sp>
      <p:sp>
        <p:nvSpPr>
          <p:cNvPr id="17" name="Rectángulo redondeado 16">
            <a:extLst>
              <a:ext uri="{FF2B5EF4-FFF2-40B4-BE49-F238E27FC236}">
                <a16:creationId xmlns:a16="http://schemas.microsoft.com/office/drawing/2014/main" id="{4969AB20-D6FC-4200-A42C-2E8222030792}"/>
              </a:ext>
            </a:extLst>
          </p:cNvPr>
          <p:cNvSpPr>
            <a:spLocks noGrp="1"/>
          </p:cNvSpPr>
          <p:nvPr/>
        </p:nvSpPr>
        <p:spPr>
          <a:xfrm>
            <a:off x="8096250" y="3148489"/>
            <a:ext cx="2857500" cy="1037273"/>
          </a:xfrm>
          <a:prstGeom prst="roundRect">
            <a:avLst>
              <a:gd name="adj" fmla="val 8889"/>
            </a:avLst>
          </a:prstGeom>
          <a:solidFill>
            <a:srgbClr val="292B30"/>
          </a:solidFill>
          <a:ln w="9525">
            <a:solidFill>
              <a:srgbClr val="444952"/>
            </a:solidFill>
            <a:prstDash val="solid"/>
          </a:ln>
        </p:spPr>
      </p:sp>
      <p:sp>
        <p:nvSpPr>
          <p:cNvPr id="18" name="Rectángulo 17">
            <a:extLst>
              <a:ext uri="{FF2B5EF4-FFF2-40B4-BE49-F238E27FC236}">
                <a16:creationId xmlns:a16="http://schemas.microsoft.com/office/drawing/2014/main" id="{999EA42F-E6FE-4B5A-80A7-90100D73C719}"/>
              </a:ext>
            </a:extLst>
          </p:cNvPr>
          <p:cNvSpPr>
            <a:spLocks noGrp="1"/>
          </p:cNvSpPr>
          <p:nvPr/>
        </p:nvSpPr>
        <p:spPr>
          <a:xfrm>
            <a:off x="8096250" y="3148489"/>
            <a:ext cx="105641" cy="1037273"/>
          </a:xfrm>
          <a:prstGeom prst="rect">
            <a:avLst/>
          </a:prstGeom>
          <a:solidFill>
            <a:srgbClr val="2D7FF9"/>
          </a:solidFill>
          <a:ln w="0">
            <a:solidFill>
              <a:srgbClr val="2D7FF9"/>
            </a:solidFill>
            <a:prstDash val="solid"/>
          </a:ln>
        </p:spPr>
      </p:sp>
      <p:sp>
        <p:nvSpPr>
          <p:cNvPr id="19" name="Rectángulo 18">
            <a:extLst>
              <a:ext uri="{FF2B5EF4-FFF2-40B4-BE49-F238E27FC236}">
                <a16:creationId xmlns:a16="http://schemas.microsoft.com/office/drawing/2014/main" id="{3D1D301B-14BA-4D43-85BE-87E307BAA708}"/>
              </a:ext>
            </a:extLst>
          </p:cNvPr>
          <p:cNvSpPr>
            <a:spLocks noGrp="1"/>
          </p:cNvSpPr>
          <p:nvPr/>
        </p:nvSpPr>
        <p:spPr>
          <a:xfrm>
            <a:off x="8267700" y="3252360"/>
            <a:ext cx="25717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r>
              <a:rPr lang="es-ES_tradnl" b="1" dirty="0">
                <a:solidFill>
                  <a:schemeClr val="bg1"/>
                </a:solidFill>
              </a:rPr>
              <a:t>Genéricas</a:t>
            </a:r>
          </a:p>
        </p:txBody>
      </p:sp>
      <p:sp>
        <p:nvSpPr>
          <p:cNvPr id="20" name="Rectángulo 19">
            <a:extLst>
              <a:ext uri="{FF2B5EF4-FFF2-40B4-BE49-F238E27FC236}">
                <a16:creationId xmlns:a16="http://schemas.microsoft.com/office/drawing/2014/main" id="{0A1E36B2-F616-4325-8F72-654C3B6F3700}"/>
              </a:ext>
            </a:extLst>
          </p:cNvPr>
          <p:cNvSpPr>
            <a:spLocks noGrp="1"/>
          </p:cNvSpPr>
          <p:nvPr/>
        </p:nvSpPr>
        <p:spPr>
          <a:xfrm>
            <a:off x="8267700" y="3557160"/>
            <a:ext cx="25336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r>
              <a:rPr lang="es-ES_tradnl" sz="1200" dirty="0">
                <a:solidFill>
                  <a:srgbClr val="AEB4BF"/>
                </a:solidFill>
              </a:rPr>
              <a:t>Fecha </a:t>
            </a:r>
            <a:r>
              <a:rPr lang="es-ES_tradnl" sz="1200" dirty="0" err="1">
                <a:solidFill>
                  <a:srgbClr val="AEB4BF"/>
                </a:solidFill>
              </a:rPr>
              <a:t>Emb</a:t>
            </a:r>
            <a:r>
              <a:rPr lang="es-ES_tradnl" sz="1200" dirty="0">
                <a:solidFill>
                  <a:srgbClr val="AEB4BF"/>
                </a:solidFill>
              </a:rPr>
              <a:t>, WO, Roster, Style, piezas y firma.</a:t>
            </a:r>
          </a:p>
        </p:txBody>
      </p:sp>
      <p:sp>
        <p:nvSpPr>
          <p:cNvPr id="21" name="Rectángulo redondeado 20">
            <a:extLst>
              <a:ext uri="{FF2B5EF4-FFF2-40B4-BE49-F238E27FC236}">
                <a16:creationId xmlns:a16="http://schemas.microsoft.com/office/drawing/2014/main" id="{717696D1-DCF1-4CCD-82E8-38FC7B251289}"/>
              </a:ext>
            </a:extLst>
          </p:cNvPr>
          <p:cNvSpPr>
            <a:spLocks noGrp="1"/>
          </p:cNvSpPr>
          <p:nvPr/>
        </p:nvSpPr>
        <p:spPr>
          <a:xfrm>
            <a:off x="7524750" y="4386739"/>
            <a:ext cx="2857500" cy="1037273"/>
          </a:xfrm>
          <a:prstGeom prst="roundRect">
            <a:avLst>
              <a:gd name="adj" fmla="val 8889"/>
            </a:avLst>
          </a:prstGeom>
          <a:solidFill>
            <a:srgbClr val="292B30"/>
          </a:solidFill>
          <a:ln w="9525">
            <a:solidFill>
              <a:srgbClr val="444952"/>
            </a:solidFill>
            <a:prstDash val="solid"/>
          </a:ln>
        </p:spPr>
      </p:sp>
      <p:sp>
        <p:nvSpPr>
          <p:cNvPr id="22" name="Rectángulo 21">
            <a:extLst>
              <a:ext uri="{FF2B5EF4-FFF2-40B4-BE49-F238E27FC236}">
                <a16:creationId xmlns:a16="http://schemas.microsoft.com/office/drawing/2014/main" id="{E552E4BD-8681-4CCA-90EB-C0217E9A8CDB}"/>
              </a:ext>
            </a:extLst>
          </p:cNvPr>
          <p:cNvSpPr>
            <a:spLocks noGrp="1"/>
          </p:cNvSpPr>
          <p:nvPr/>
        </p:nvSpPr>
        <p:spPr>
          <a:xfrm>
            <a:off x="7524750" y="4386739"/>
            <a:ext cx="105641" cy="1037273"/>
          </a:xfrm>
          <a:prstGeom prst="rect">
            <a:avLst/>
          </a:prstGeom>
          <a:solidFill>
            <a:srgbClr val="F3C747"/>
          </a:solidFill>
          <a:ln w="0">
            <a:solidFill>
              <a:srgbClr val="F3C747"/>
            </a:solidFill>
            <a:prstDash val="solid"/>
          </a:ln>
        </p:spPr>
      </p:sp>
      <p:sp>
        <p:nvSpPr>
          <p:cNvPr id="23" name="Rectángulo 22">
            <a:extLst>
              <a:ext uri="{FF2B5EF4-FFF2-40B4-BE49-F238E27FC236}">
                <a16:creationId xmlns:a16="http://schemas.microsoft.com/office/drawing/2014/main" id="{9C3DD6AB-E46E-4EA9-AFA2-E2898A73D47D}"/>
              </a:ext>
            </a:extLst>
          </p:cNvPr>
          <p:cNvSpPr>
            <a:spLocks noGrp="1"/>
          </p:cNvSpPr>
          <p:nvPr/>
        </p:nvSpPr>
        <p:spPr>
          <a:xfrm>
            <a:off x="7696200" y="4490610"/>
            <a:ext cx="25717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r>
              <a:rPr lang="es-ES_tradnl" b="1" dirty="0">
                <a:solidFill>
                  <a:schemeClr val="bg1"/>
                </a:solidFill>
              </a:rPr>
              <a:t>Limite</a:t>
            </a:r>
          </a:p>
        </p:txBody>
      </p:sp>
      <p:sp>
        <p:nvSpPr>
          <p:cNvPr id="24" name="Rectángulo 23">
            <a:extLst>
              <a:ext uri="{FF2B5EF4-FFF2-40B4-BE49-F238E27FC236}">
                <a16:creationId xmlns:a16="http://schemas.microsoft.com/office/drawing/2014/main" id="{8A36602C-4B46-4724-AC19-3856B3865AFC}"/>
              </a:ext>
            </a:extLst>
          </p:cNvPr>
          <p:cNvSpPr>
            <a:spLocks noGrp="1"/>
          </p:cNvSpPr>
          <p:nvPr/>
        </p:nvSpPr>
        <p:spPr>
          <a:xfrm>
            <a:off x="7696200" y="4795410"/>
            <a:ext cx="25336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r>
              <a:rPr lang="es-ES_tradnl" sz="1200" dirty="0">
                <a:solidFill>
                  <a:srgbClr val="AEB4BF"/>
                </a:solidFill>
              </a:rPr>
              <a:t>Solo anota mockups base PDF; JPG requiere conversión o flujo adicional.</a:t>
            </a:r>
          </a:p>
        </p:txBody>
      </p:sp>
      <p:sp>
        <p:nvSpPr>
          <p:cNvPr id="25" name="Rectángulo 24">
            <a:extLst>
              <a:ext uri="{FF2B5EF4-FFF2-40B4-BE49-F238E27FC236}">
                <a16:creationId xmlns:a16="http://schemas.microsoft.com/office/drawing/2014/main" id="{785D4536-627E-44BE-8AAF-5072EE4376D1}"/>
              </a:ext>
            </a:extLst>
          </p:cNvPr>
          <p:cNvSpPr>
            <a:spLocks noGrp="1"/>
          </p:cNvSpPr>
          <p:nvPr/>
        </p:nvSpPr>
        <p:spPr>
          <a:xfrm>
            <a:off x="533400" y="6515100"/>
            <a:ext cx="34290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/>
          <a:lstStyle/>
          <a:p>
            <a:pPr algn="l">
              <a:lnSpc>
                <a:spcPct val="108000"/>
              </a:lnSpc>
              <a:buNone/>
              <a:defRPr sz="675" b="0">
                <a:solidFill>
                  <a:srgbClr val="7D8592"/>
                </a:solidFill>
                <a:latin typeface="Calibri"/>
                <a:ea typeface="Calibri"/>
                <a:cs typeface="Calibri"/>
              </a:defRPr>
            </a:pPr>
            <a:r>
              <a:rPr lang="es-ES_tradnl" sz="675" b="0">
                <a:solidFill>
                  <a:srgbClr val="7D8592"/>
                </a:solidFill>
                <a:latin typeface="Calibri"/>
                <a:ea typeface="Calibri"/>
                <a:cs typeface="Calibri"/>
              </a:rPr>
              <a:t>RMC Control System | RMC MockupTool</a:t>
            </a:r>
          </a:p>
        </p:txBody>
      </p:sp>
      <p:sp>
        <p:nvSpPr>
          <p:cNvPr id="26" name="Rectángulo 25">
            <a:extLst>
              <a:ext uri="{FF2B5EF4-FFF2-40B4-BE49-F238E27FC236}">
                <a16:creationId xmlns:a16="http://schemas.microsoft.com/office/drawing/2014/main" id="{7CBF92F1-D4D2-487C-B8A8-C190276B0FEC}"/>
              </a:ext>
            </a:extLst>
          </p:cNvPr>
          <p:cNvSpPr>
            <a:spLocks noGrp="1"/>
          </p:cNvSpPr>
          <p:nvPr/>
        </p:nvSpPr>
        <p:spPr>
          <a:xfrm>
            <a:off x="11334750" y="6496050"/>
            <a:ext cx="3238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/>
          <a:lstStyle/>
          <a:p>
            <a:pPr algn="r">
              <a:lnSpc>
                <a:spcPct val="108000"/>
              </a:lnSpc>
              <a:buNone/>
              <a:defRPr sz="750" b="0">
                <a:solidFill>
                  <a:srgbClr val="7D8592"/>
                </a:solidFill>
                <a:latin typeface="Calibri"/>
                <a:ea typeface="Calibri"/>
                <a:cs typeface="Calibri"/>
              </a:defRPr>
            </a:pPr>
            <a:r>
              <a:rPr lang="es-ES_tradnl" sz="750" b="0">
                <a:solidFill>
                  <a:srgbClr val="7D8592"/>
                </a:solidFill>
                <a:latin typeface="Calibri"/>
                <a:ea typeface="Calibri"/>
                <a:cs typeface="Calibri"/>
              </a:rPr>
              <a:t>06</a:t>
            </a:r>
          </a:p>
        </p:txBody>
      </p:sp>
      <p:pic>
        <p:nvPicPr>
          <p:cNvPr id="40" name="Imagen 39">
            <a:extLst>
              <a:ext uri="{FF2B5EF4-FFF2-40B4-BE49-F238E27FC236}">
                <a16:creationId xmlns:a16="http://schemas.microsoft.com/office/drawing/2014/main" id="{BF51D358-F240-7046-4722-2A4DF8FE464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67402" y="1830820"/>
            <a:ext cx="5371523" cy="4079874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5" name="Rectángulo 4">
            <a:extLst>
              <a:ext uri="{FF2B5EF4-FFF2-40B4-BE49-F238E27FC236}">
                <a16:creationId xmlns:a16="http://schemas.microsoft.com/office/drawing/2014/main" id="{82634F4B-7DF8-0FE0-81F9-604E63C1C651}"/>
              </a:ext>
            </a:extLst>
          </p:cNvPr>
          <p:cNvSpPr>
            <a:spLocks noGrp="1"/>
          </p:cNvSpPr>
          <p:nvPr/>
        </p:nvSpPr>
        <p:spPr>
          <a:xfrm>
            <a:off x="1173884" y="1454641"/>
            <a:ext cx="25717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r>
              <a:rPr lang="es-ES_tradnl" sz="1100" b="1" dirty="0">
                <a:solidFill>
                  <a:schemeClr val="bg1"/>
                </a:solidFill>
              </a:rPr>
              <a:t>Ejemplo: Personalizada</a:t>
            </a:r>
          </a:p>
        </p:txBody>
      </p:sp>
    </p:spTree>
    <p:extLst>
      <p:ext uri="{BB962C8B-B14F-4D97-AF65-F5344CB8AC3E}">
        <p14:creationId xmlns:p14="http://schemas.microsoft.com/office/powerpoint/2010/main" val="112129552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F1F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Rectángulo 18">
            <a:extLst>
              <a:ext uri="{FF2B5EF4-FFF2-40B4-BE49-F238E27FC236}">
                <a16:creationId xmlns:a16="http://schemas.microsoft.com/office/drawing/2014/main" id="{34D79A7B-F057-4119-AC35-DC3CB5E8BEEC}"/>
              </a:ext>
            </a:extLst>
          </p:cNvPr>
          <p:cNvSpPr>
            <a:spLocks noGrp="1"/>
          </p:cNvSpPr>
          <p:nvPr/>
        </p:nvSpPr>
        <p:spPr>
          <a:xfrm>
            <a:off x="533400" y="381000"/>
            <a:ext cx="4000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r>
              <a:rPr lang="es-ES_tradnl" sz="975" b="1" dirty="0">
                <a:solidFill>
                  <a:srgbClr val="AEB4BF"/>
                </a:solidFill>
              </a:rPr>
              <a:t>RUTAS Y NOMBRES</a:t>
            </a:r>
          </a:p>
        </p:txBody>
      </p:sp>
      <p:sp>
        <p:nvSpPr>
          <p:cNvPr id="2" name="Rectángulo 1">
            <a:extLst>
              <a:ext uri="{FF2B5EF4-FFF2-40B4-BE49-F238E27FC236}">
                <a16:creationId xmlns:a16="http://schemas.microsoft.com/office/drawing/2014/main" id="{00BF5580-FACF-405D-85D1-17CB6F37D7F9}"/>
              </a:ext>
            </a:extLst>
          </p:cNvPr>
          <p:cNvSpPr>
            <a:spLocks noGrp="1"/>
          </p:cNvSpPr>
          <p:nvPr/>
        </p:nvSpPr>
        <p:spPr>
          <a:xfrm>
            <a:off x="533400" y="592859"/>
            <a:ext cx="8590395" cy="723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r>
              <a:rPr lang="es-ES_tradnl" sz="2700" b="1" dirty="0">
                <a:solidFill>
                  <a:schemeClr val="bg1"/>
                </a:solidFill>
              </a:rPr>
              <a:t>La salida queda ordenada para encontrar el PDF después.</a:t>
            </a:r>
          </a:p>
        </p:txBody>
      </p:sp>
      <p:sp>
        <p:nvSpPr>
          <p:cNvPr id="3" name="Rectángulo 2">
            <a:extLst>
              <a:ext uri="{FF2B5EF4-FFF2-40B4-BE49-F238E27FC236}">
                <a16:creationId xmlns:a16="http://schemas.microsoft.com/office/drawing/2014/main" id="{188BB0E3-A289-4EF6-ADC2-0DF7504D5866}"/>
              </a:ext>
            </a:extLst>
          </p:cNvPr>
          <p:cNvSpPr>
            <a:spLocks noGrp="1"/>
          </p:cNvSpPr>
          <p:nvPr/>
        </p:nvSpPr>
        <p:spPr>
          <a:xfrm>
            <a:off x="533400" y="1076325"/>
            <a:ext cx="73342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r>
              <a:rPr lang="es-ES_tradnl" sz="1350" dirty="0">
                <a:solidFill>
                  <a:srgbClr val="AEB4BF"/>
                </a:solidFill>
              </a:rPr>
              <a:t>Personalizadas usa una raíz operativa. Genéricas sale junto al Excel seleccionado, dentro de la sección Genéricas.</a:t>
            </a:r>
          </a:p>
        </p:txBody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id="{3B6DCA49-FB77-44E3-BB21-33C082E22E63}"/>
              </a:ext>
            </a:extLst>
          </p:cNvPr>
          <p:cNvSpPr>
            <a:spLocks noGrp="1"/>
          </p:cNvSpPr>
          <p:nvPr/>
        </p:nvSpPr>
        <p:spPr>
          <a:xfrm>
            <a:off x="590550" y="323850"/>
            <a:ext cx="514350" cy="38100"/>
          </a:xfrm>
          <a:prstGeom prst="rect">
            <a:avLst/>
          </a:prstGeom>
          <a:solidFill>
            <a:srgbClr val="BD1F36"/>
          </a:solidFill>
          <a:ln w="0">
            <a:solidFill>
              <a:srgbClr val="BD1F36"/>
            </a:solidFill>
            <a:prstDash val="solid"/>
          </a:ln>
        </p:spPr>
      </p:sp>
      <p:sp>
        <p:nvSpPr>
          <p:cNvPr id="5" name="Rectángulo redondeado 4">
            <a:extLst>
              <a:ext uri="{FF2B5EF4-FFF2-40B4-BE49-F238E27FC236}">
                <a16:creationId xmlns:a16="http://schemas.microsoft.com/office/drawing/2014/main" id="{995B1B88-A86B-450B-B913-C5D662B1A029}"/>
              </a:ext>
            </a:extLst>
          </p:cNvPr>
          <p:cNvSpPr>
            <a:spLocks noGrp="1"/>
          </p:cNvSpPr>
          <p:nvPr/>
        </p:nvSpPr>
        <p:spPr>
          <a:xfrm>
            <a:off x="685800" y="1660529"/>
            <a:ext cx="5048250" cy="2364331"/>
          </a:xfrm>
          <a:prstGeom prst="roundRect">
            <a:avLst>
              <a:gd name="adj" fmla="val 2353"/>
            </a:avLst>
          </a:prstGeom>
          <a:solidFill>
            <a:srgbClr val="292B30"/>
          </a:solidFill>
          <a:ln w="9525">
            <a:solidFill>
              <a:srgbClr val="444952"/>
            </a:solidFill>
            <a:prstDash val="solid"/>
          </a:ln>
        </p:spPr>
      </p:sp>
      <p:sp>
        <p:nvSpPr>
          <p:cNvPr id="6" name="Rectángulo 5">
            <a:extLst>
              <a:ext uri="{FF2B5EF4-FFF2-40B4-BE49-F238E27FC236}">
                <a16:creationId xmlns:a16="http://schemas.microsoft.com/office/drawing/2014/main" id="{522FF50E-0430-4692-927F-E946CBC998AA}"/>
              </a:ext>
            </a:extLst>
          </p:cNvPr>
          <p:cNvSpPr>
            <a:spLocks noGrp="1"/>
          </p:cNvSpPr>
          <p:nvPr/>
        </p:nvSpPr>
        <p:spPr>
          <a:xfrm>
            <a:off x="685800" y="1660529"/>
            <a:ext cx="5048250" cy="76200"/>
          </a:xfrm>
          <a:prstGeom prst="rect">
            <a:avLst/>
          </a:prstGeom>
          <a:solidFill>
            <a:srgbClr val="BD1F36"/>
          </a:solidFill>
          <a:ln w="0">
            <a:solidFill>
              <a:srgbClr val="BD1F36"/>
            </a:solidFill>
            <a:prstDash val="solid"/>
          </a:ln>
        </p:spPr>
      </p:sp>
      <p:sp>
        <p:nvSpPr>
          <p:cNvPr id="7" name="Rectángulo 6">
            <a:extLst>
              <a:ext uri="{FF2B5EF4-FFF2-40B4-BE49-F238E27FC236}">
                <a16:creationId xmlns:a16="http://schemas.microsoft.com/office/drawing/2014/main" id="{857949E5-1E55-47C9-B55D-6D5BE55346B6}"/>
              </a:ext>
            </a:extLst>
          </p:cNvPr>
          <p:cNvSpPr>
            <a:spLocks noGrp="1"/>
          </p:cNvSpPr>
          <p:nvPr/>
        </p:nvSpPr>
        <p:spPr>
          <a:xfrm>
            <a:off x="829252" y="1806405"/>
            <a:ext cx="2095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r>
              <a:rPr lang="es-ES_tradnl" b="1" dirty="0">
                <a:solidFill>
                  <a:schemeClr val="bg1"/>
                </a:solidFill>
              </a:rPr>
              <a:t>Personalizadas</a:t>
            </a:r>
          </a:p>
        </p:txBody>
      </p:sp>
      <p:sp>
        <p:nvSpPr>
          <p:cNvPr id="8" name="Rectángulo 7">
            <a:extLst>
              <a:ext uri="{FF2B5EF4-FFF2-40B4-BE49-F238E27FC236}">
                <a16:creationId xmlns:a16="http://schemas.microsoft.com/office/drawing/2014/main" id="{312DEAC4-9C1F-4B30-B2F6-B42BACA7E199}"/>
              </a:ext>
            </a:extLst>
          </p:cNvPr>
          <p:cNvSpPr>
            <a:spLocks noGrp="1"/>
          </p:cNvSpPr>
          <p:nvPr/>
        </p:nvSpPr>
        <p:spPr>
          <a:xfrm>
            <a:off x="972127" y="2339805"/>
            <a:ext cx="4095750" cy="1714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/>
          <a:lstStyle/>
          <a:p>
            <a:pPr algn="l">
              <a:lnSpc>
                <a:spcPct val="125000"/>
              </a:lnSpc>
              <a:buNone/>
              <a:defRPr sz="1275" b="0">
                <a:solidFill>
                  <a:srgbClr val="B8BEC8"/>
                </a:solidFill>
                <a:latin typeface="Calibri"/>
                <a:ea typeface="Calibri"/>
                <a:cs typeface="Calibri"/>
              </a:defRPr>
            </a:pPr>
            <a:r>
              <a:rPr lang="es-ES_tradnl" sz="1275" b="0" dirty="0" err="1">
                <a:solidFill>
                  <a:srgbClr val="B8BEC8"/>
                </a:solidFill>
                <a:latin typeface="Calibri"/>
                <a:ea typeface="Calibri"/>
                <a:cs typeface="Calibri"/>
              </a:rPr>
              <a:t>raiz</a:t>
            </a:r>
            <a:r>
              <a:rPr lang="es-ES_tradnl" sz="1275" b="0" dirty="0">
                <a:solidFill>
                  <a:srgbClr val="B8BEC8"/>
                </a:solidFill>
                <a:latin typeface="Calibri"/>
                <a:ea typeface="Calibri"/>
                <a:cs typeface="Calibri"/>
              </a:rPr>
              <a:t> seleccionada</a:t>
            </a:r>
          </a:p>
          <a:p>
            <a:pPr algn="l">
              <a:lnSpc>
                <a:spcPct val="125000"/>
              </a:lnSpc>
              <a:buNone/>
              <a:defRPr sz="1275" b="0">
                <a:solidFill>
                  <a:srgbClr val="B8BEC8"/>
                </a:solidFill>
                <a:latin typeface="Calibri"/>
                <a:ea typeface="Calibri"/>
                <a:cs typeface="Calibri"/>
              </a:defRPr>
            </a:pPr>
            <a:r>
              <a:rPr lang="es-ES_tradnl" sz="1275" b="0" dirty="0">
                <a:solidFill>
                  <a:srgbClr val="B8BEC8"/>
                </a:solidFill>
                <a:latin typeface="Calibri"/>
                <a:ea typeface="Calibri"/>
                <a:cs typeface="Calibri"/>
              </a:rPr>
              <a:t>  /Personalizadas</a:t>
            </a:r>
          </a:p>
          <a:p>
            <a:pPr algn="l">
              <a:lnSpc>
                <a:spcPct val="125000"/>
              </a:lnSpc>
              <a:buNone/>
              <a:defRPr sz="1275" b="0">
                <a:solidFill>
                  <a:srgbClr val="B8BEC8"/>
                </a:solidFill>
                <a:latin typeface="Calibri"/>
                <a:ea typeface="Calibri"/>
                <a:cs typeface="Calibri"/>
              </a:defRPr>
            </a:pPr>
            <a:r>
              <a:rPr lang="es-ES_tradnl" sz="1275" b="0" dirty="0">
                <a:solidFill>
                  <a:srgbClr val="B8BEC8"/>
                </a:solidFill>
                <a:latin typeface="Calibri"/>
                <a:ea typeface="Calibri"/>
                <a:cs typeface="Calibri"/>
              </a:rPr>
              <a:t>    /&lt;Nombre con base de Excel&gt;</a:t>
            </a:r>
          </a:p>
          <a:p>
            <a:pPr algn="l">
              <a:lnSpc>
                <a:spcPct val="125000"/>
              </a:lnSpc>
              <a:buNone/>
              <a:defRPr sz="1275" b="0">
                <a:solidFill>
                  <a:srgbClr val="B8BEC8"/>
                </a:solidFill>
                <a:latin typeface="Calibri"/>
                <a:ea typeface="Calibri"/>
                <a:cs typeface="Calibri"/>
              </a:defRPr>
            </a:pPr>
            <a:r>
              <a:rPr lang="es-ES_tradnl" sz="1275" b="0" dirty="0">
                <a:solidFill>
                  <a:srgbClr val="B8BEC8"/>
                </a:solidFill>
                <a:latin typeface="Calibri"/>
                <a:ea typeface="Calibri"/>
                <a:cs typeface="Calibri"/>
              </a:rPr>
              <a:t>      /&lt;</a:t>
            </a:r>
            <a:r>
              <a:rPr lang="es-ES_tradnl" sz="1275" b="0" dirty="0" err="1">
                <a:solidFill>
                  <a:srgbClr val="B8BEC8"/>
                </a:solidFill>
                <a:latin typeface="Calibri"/>
                <a:ea typeface="Calibri"/>
                <a:cs typeface="Calibri"/>
              </a:rPr>
              <a:t>StyleFamily</a:t>
            </a:r>
            <a:r>
              <a:rPr lang="es-ES_tradnl" sz="1275" b="0" dirty="0">
                <a:solidFill>
                  <a:srgbClr val="B8BEC8"/>
                </a:solidFill>
                <a:latin typeface="Calibri"/>
                <a:ea typeface="Calibri"/>
                <a:cs typeface="Calibri"/>
              </a:rPr>
              <a:t>&gt;</a:t>
            </a:r>
          </a:p>
          <a:p>
            <a:pPr algn="l">
              <a:lnSpc>
                <a:spcPct val="125000"/>
              </a:lnSpc>
              <a:buNone/>
              <a:defRPr sz="1275" b="0">
                <a:solidFill>
                  <a:srgbClr val="B8BEC8"/>
                </a:solidFill>
                <a:latin typeface="Calibri"/>
                <a:ea typeface="Calibri"/>
                <a:cs typeface="Calibri"/>
              </a:defRPr>
            </a:pPr>
            <a:r>
              <a:rPr lang="es-ES_tradnl" sz="1275" b="0" dirty="0">
                <a:solidFill>
                  <a:srgbClr val="B8BEC8"/>
                </a:solidFill>
                <a:latin typeface="Calibri"/>
                <a:ea typeface="Calibri"/>
                <a:cs typeface="Calibri"/>
              </a:rPr>
              <a:t>        /&lt;Talla&gt;</a:t>
            </a:r>
          </a:p>
          <a:p>
            <a:pPr algn="l">
              <a:lnSpc>
                <a:spcPct val="125000"/>
              </a:lnSpc>
              <a:buNone/>
              <a:defRPr sz="1275" b="0">
                <a:solidFill>
                  <a:srgbClr val="B8BEC8"/>
                </a:solidFill>
                <a:latin typeface="Calibri"/>
                <a:ea typeface="Calibri"/>
                <a:cs typeface="Calibri"/>
              </a:defRPr>
            </a:pPr>
            <a:r>
              <a:rPr lang="es-ES_tradnl" sz="1275" b="0" dirty="0">
                <a:solidFill>
                  <a:srgbClr val="B8BEC8"/>
                </a:solidFill>
                <a:latin typeface="Calibri"/>
                <a:ea typeface="Calibri"/>
                <a:cs typeface="Calibri"/>
              </a:rPr>
              <a:t>          &lt;WO&gt; - &lt;Equipo&gt; - &lt;Style&gt; - &lt;Piezas&gt;</a:t>
            </a:r>
            <a:r>
              <a:rPr lang="es-ES_tradnl" sz="1275" b="0" dirty="0" err="1">
                <a:solidFill>
                  <a:srgbClr val="B8BEC8"/>
                </a:solidFill>
                <a:latin typeface="Calibri"/>
                <a:ea typeface="Calibri"/>
                <a:cs typeface="Calibri"/>
              </a:rPr>
              <a:t>pz.pdf</a:t>
            </a:r>
            <a:endParaRPr lang="es-ES_tradnl" sz="1275" b="0" dirty="0">
              <a:solidFill>
                <a:srgbClr val="B8BEC8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9" name="Rectángulo redondeado 8">
            <a:extLst>
              <a:ext uri="{FF2B5EF4-FFF2-40B4-BE49-F238E27FC236}">
                <a16:creationId xmlns:a16="http://schemas.microsoft.com/office/drawing/2014/main" id="{8F5C6C9D-75FD-4891-BCD3-A2D4E509DC97}"/>
              </a:ext>
            </a:extLst>
          </p:cNvPr>
          <p:cNvSpPr>
            <a:spLocks noGrp="1"/>
          </p:cNvSpPr>
          <p:nvPr/>
        </p:nvSpPr>
        <p:spPr>
          <a:xfrm>
            <a:off x="6457950" y="1660529"/>
            <a:ext cx="5048250" cy="2364331"/>
          </a:xfrm>
          <a:prstGeom prst="roundRect">
            <a:avLst>
              <a:gd name="adj" fmla="val 1914"/>
            </a:avLst>
          </a:prstGeom>
          <a:solidFill>
            <a:srgbClr val="292B30"/>
          </a:solidFill>
          <a:ln w="9525">
            <a:solidFill>
              <a:srgbClr val="444952"/>
            </a:solidFill>
            <a:prstDash val="solid"/>
          </a:ln>
        </p:spPr>
      </p:sp>
      <p:sp>
        <p:nvSpPr>
          <p:cNvPr id="10" name="Rectángulo 9">
            <a:extLst>
              <a:ext uri="{FF2B5EF4-FFF2-40B4-BE49-F238E27FC236}">
                <a16:creationId xmlns:a16="http://schemas.microsoft.com/office/drawing/2014/main" id="{55E58925-5578-4C8F-8C3B-588260284ECA}"/>
              </a:ext>
            </a:extLst>
          </p:cNvPr>
          <p:cNvSpPr>
            <a:spLocks noGrp="1"/>
          </p:cNvSpPr>
          <p:nvPr/>
        </p:nvSpPr>
        <p:spPr>
          <a:xfrm>
            <a:off x="6457950" y="1660529"/>
            <a:ext cx="5048250" cy="76200"/>
          </a:xfrm>
          <a:prstGeom prst="rect">
            <a:avLst/>
          </a:prstGeom>
          <a:solidFill>
            <a:srgbClr val="2D7FF9"/>
          </a:solidFill>
          <a:ln w="0">
            <a:solidFill>
              <a:srgbClr val="2D7FF9"/>
            </a:solidFill>
            <a:prstDash val="solid"/>
          </a:ln>
        </p:spPr>
      </p:sp>
      <p:sp>
        <p:nvSpPr>
          <p:cNvPr id="11" name="Rectángulo 10">
            <a:extLst>
              <a:ext uri="{FF2B5EF4-FFF2-40B4-BE49-F238E27FC236}">
                <a16:creationId xmlns:a16="http://schemas.microsoft.com/office/drawing/2014/main" id="{D88B81D9-411F-45D2-863D-DE9A8DC8697F}"/>
              </a:ext>
            </a:extLst>
          </p:cNvPr>
          <p:cNvSpPr>
            <a:spLocks noGrp="1"/>
          </p:cNvSpPr>
          <p:nvPr/>
        </p:nvSpPr>
        <p:spPr>
          <a:xfrm>
            <a:off x="6696652" y="1806405"/>
            <a:ext cx="2095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r>
              <a:rPr lang="es-ES_tradnl" b="1" dirty="0">
                <a:solidFill>
                  <a:schemeClr val="bg1"/>
                </a:solidFill>
              </a:rPr>
              <a:t>Genéricas</a:t>
            </a:r>
          </a:p>
        </p:txBody>
      </p:sp>
      <p:sp>
        <p:nvSpPr>
          <p:cNvPr id="12" name="Rectángulo 11">
            <a:extLst>
              <a:ext uri="{FF2B5EF4-FFF2-40B4-BE49-F238E27FC236}">
                <a16:creationId xmlns:a16="http://schemas.microsoft.com/office/drawing/2014/main" id="{7891EC81-3AEB-4F97-A848-92968C309169}"/>
              </a:ext>
            </a:extLst>
          </p:cNvPr>
          <p:cNvSpPr>
            <a:spLocks noGrp="1"/>
          </p:cNvSpPr>
          <p:nvPr/>
        </p:nvSpPr>
        <p:spPr>
          <a:xfrm>
            <a:off x="6744277" y="2329410"/>
            <a:ext cx="4095750" cy="1695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/>
          <a:lstStyle/>
          <a:p>
            <a:pPr algn="l">
              <a:lnSpc>
                <a:spcPct val="125000"/>
              </a:lnSpc>
              <a:buNone/>
              <a:defRPr sz="1275" b="0">
                <a:solidFill>
                  <a:srgbClr val="B8BEC8"/>
                </a:solidFill>
                <a:latin typeface="Calibri"/>
                <a:ea typeface="Calibri"/>
                <a:cs typeface="Calibri"/>
              </a:defRPr>
            </a:pPr>
            <a:r>
              <a:rPr lang="es-ES_tradnl" sz="1275" b="0" dirty="0">
                <a:solidFill>
                  <a:srgbClr val="B8BEC8"/>
                </a:solidFill>
                <a:latin typeface="Calibri"/>
                <a:ea typeface="Calibri"/>
                <a:cs typeface="Calibri"/>
              </a:rPr>
              <a:t>carpeta donde esta el Excel</a:t>
            </a:r>
          </a:p>
          <a:p>
            <a:pPr algn="l">
              <a:lnSpc>
                <a:spcPct val="125000"/>
              </a:lnSpc>
              <a:buNone/>
              <a:defRPr sz="1275" b="0">
                <a:solidFill>
                  <a:srgbClr val="B8BEC8"/>
                </a:solidFill>
                <a:latin typeface="Calibri"/>
                <a:ea typeface="Calibri"/>
                <a:cs typeface="Calibri"/>
              </a:defRPr>
            </a:pPr>
            <a:r>
              <a:rPr lang="es-ES_tradnl" sz="1275" b="0" dirty="0">
                <a:solidFill>
                  <a:srgbClr val="B8BEC8"/>
                </a:solidFill>
                <a:latin typeface="Calibri"/>
                <a:ea typeface="Calibri"/>
                <a:cs typeface="Calibri"/>
              </a:rPr>
              <a:t>  /</a:t>
            </a:r>
            <a:r>
              <a:rPr lang="es-ES_tradnl" sz="1275" b="0" dirty="0" err="1">
                <a:solidFill>
                  <a:srgbClr val="B8BEC8"/>
                </a:solidFill>
                <a:latin typeface="Calibri"/>
                <a:ea typeface="Calibri"/>
                <a:cs typeface="Calibri"/>
              </a:rPr>
              <a:t>Genericas</a:t>
            </a:r>
            <a:endParaRPr lang="es-ES_tradnl" sz="1275" b="0" dirty="0">
              <a:solidFill>
                <a:srgbClr val="B8BEC8"/>
              </a:solidFill>
              <a:latin typeface="Calibri"/>
              <a:ea typeface="Calibri"/>
              <a:cs typeface="Calibri"/>
            </a:endParaRPr>
          </a:p>
          <a:p>
            <a:pPr algn="l">
              <a:lnSpc>
                <a:spcPct val="125000"/>
              </a:lnSpc>
              <a:buNone/>
              <a:defRPr sz="1275" b="0">
                <a:solidFill>
                  <a:srgbClr val="B8BEC8"/>
                </a:solidFill>
                <a:latin typeface="Calibri"/>
                <a:ea typeface="Calibri"/>
                <a:cs typeface="Calibri"/>
              </a:defRPr>
            </a:pPr>
            <a:r>
              <a:rPr lang="es-ES_tradnl" sz="1275" b="0" dirty="0">
                <a:solidFill>
                  <a:srgbClr val="B8BEC8"/>
                </a:solidFill>
                <a:latin typeface="Calibri"/>
                <a:ea typeface="Calibri"/>
                <a:cs typeface="Calibri"/>
              </a:rPr>
              <a:t>    /&lt; Nombre con base de Excel&gt;</a:t>
            </a:r>
          </a:p>
          <a:p>
            <a:pPr algn="l">
              <a:lnSpc>
                <a:spcPct val="125000"/>
              </a:lnSpc>
              <a:buNone/>
              <a:defRPr sz="1275" b="0">
                <a:solidFill>
                  <a:srgbClr val="B8BEC8"/>
                </a:solidFill>
                <a:latin typeface="Calibri"/>
                <a:ea typeface="Calibri"/>
                <a:cs typeface="Calibri"/>
              </a:defRPr>
            </a:pPr>
            <a:r>
              <a:rPr lang="es-ES_tradnl" sz="1275" b="0" dirty="0">
                <a:solidFill>
                  <a:srgbClr val="B8BEC8"/>
                </a:solidFill>
                <a:latin typeface="Calibri"/>
                <a:ea typeface="Calibri"/>
                <a:cs typeface="Calibri"/>
              </a:rPr>
              <a:t>      /&lt;</a:t>
            </a:r>
            <a:r>
              <a:rPr lang="es-ES_tradnl" sz="1275" b="0" dirty="0" err="1">
                <a:solidFill>
                  <a:srgbClr val="B8BEC8"/>
                </a:solidFill>
                <a:latin typeface="Calibri"/>
                <a:ea typeface="Calibri"/>
                <a:cs typeface="Calibri"/>
              </a:rPr>
              <a:t>StyleFamily</a:t>
            </a:r>
            <a:r>
              <a:rPr lang="es-ES_tradnl" sz="1275" b="0" dirty="0">
                <a:solidFill>
                  <a:srgbClr val="B8BEC8"/>
                </a:solidFill>
                <a:latin typeface="Calibri"/>
                <a:ea typeface="Calibri"/>
                <a:cs typeface="Calibri"/>
              </a:rPr>
              <a:t>&gt;</a:t>
            </a:r>
          </a:p>
          <a:p>
            <a:pPr algn="l">
              <a:lnSpc>
                <a:spcPct val="125000"/>
              </a:lnSpc>
              <a:buNone/>
              <a:defRPr sz="1275" b="0">
                <a:solidFill>
                  <a:srgbClr val="B8BEC8"/>
                </a:solidFill>
                <a:latin typeface="Calibri"/>
                <a:ea typeface="Calibri"/>
                <a:cs typeface="Calibri"/>
              </a:defRPr>
            </a:pPr>
            <a:r>
              <a:rPr lang="es-ES_tradnl" sz="1275" b="0" dirty="0">
                <a:solidFill>
                  <a:srgbClr val="B8BEC8"/>
                </a:solidFill>
                <a:latin typeface="Calibri"/>
                <a:ea typeface="Calibri"/>
                <a:cs typeface="Calibri"/>
              </a:rPr>
              <a:t>        /&lt;</a:t>
            </a:r>
            <a:r>
              <a:rPr lang="es-ES_tradnl" sz="1275" b="0" dirty="0" err="1">
                <a:solidFill>
                  <a:srgbClr val="B8BEC8"/>
                </a:solidFill>
                <a:latin typeface="Calibri"/>
                <a:ea typeface="Calibri"/>
                <a:cs typeface="Calibri"/>
              </a:rPr>
              <a:t>Emb</a:t>
            </a:r>
            <a:r>
              <a:rPr lang="es-ES_tradnl" sz="1275" b="0" dirty="0">
                <a:solidFill>
                  <a:srgbClr val="B8BEC8"/>
                </a:solidFill>
                <a:latin typeface="Calibri"/>
                <a:ea typeface="Calibri"/>
                <a:cs typeface="Calibri"/>
              </a:rPr>
              <a:t>&gt;</a:t>
            </a:r>
          </a:p>
          <a:p>
            <a:pPr algn="l">
              <a:lnSpc>
                <a:spcPct val="125000"/>
              </a:lnSpc>
              <a:buNone/>
              <a:defRPr sz="1275" b="0">
                <a:solidFill>
                  <a:srgbClr val="B8BEC8"/>
                </a:solidFill>
                <a:latin typeface="Calibri"/>
                <a:ea typeface="Calibri"/>
                <a:cs typeface="Calibri"/>
              </a:defRPr>
            </a:pPr>
            <a:r>
              <a:rPr lang="es-ES_tradnl" sz="1275" b="0" dirty="0">
                <a:solidFill>
                  <a:srgbClr val="B8BEC8"/>
                </a:solidFill>
                <a:latin typeface="Calibri"/>
                <a:ea typeface="Calibri"/>
                <a:cs typeface="Calibri"/>
              </a:rPr>
              <a:t>          &lt;Roster&gt; - &lt;Equipo&gt; - &lt;Style&gt; - &lt;Piezas&gt;</a:t>
            </a:r>
            <a:r>
              <a:rPr lang="es-ES_tradnl" sz="1275" b="0" dirty="0" err="1">
                <a:solidFill>
                  <a:srgbClr val="B8BEC8"/>
                </a:solidFill>
                <a:latin typeface="Calibri"/>
                <a:ea typeface="Calibri"/>
                <a:cs typeface="Calibri"/>
              </a:rPr>
              <a:t>pz.pdf</a:t>
            </a:r>
            <a:endParaRPr lang="es-ES_tradnl" sz="1275" b="0" dirty="0">
              <a:solidFill>
                <a:srgbClr val="B8BEC8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7" name="Rectángulo 16">
            <a:extLst>
              <a:ext uri="{FF2B5EF4-FFF2-40B4-BE49-F238E27FC236}">
                <a16:creationId xmlns:a16="http://schemas.microsoft.com/office/drawing/2014/main" id="{487FC108-5D9F-4E0F-884B-341C7E66AA9F}"/>
              </a:ext>
            </a:extLst>
          </p:cNvPr>
          <p:cNvSpPr>
            <a:spLocks noGrp="1"/>
          </p:cNvSpPr>
          <p:nvPr/>
        </p:nvSpPr>
        <p:spPr>
          <a:xfrm>
            <a:off x="533400" y="6515100"/>
            <a:ext cx="34290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/>
          <a:lstStyle/>
          <a:p>
            <a:pPr algn="l">
              <a:lnSpc>
                <a:spcPct val="108000"/>
              </a:lnSpc>
              <a:buNone/>
              <a:defRPr sz="675" b="0">
                <a:solidFill>
                  <a:srgbClr val="7D8592"/>
                </a:solidFill>
                <a:latin typeface="Calibri"/>
                <a:ea typeface="Calibri"/>
                <a:cs typeface="Calibri"/>
              </a:defRPr>
            </a:pPr>
            <a:r>
              <a:rPr lang="es-ES_tradnl" sz="675" b="0">
                <a:solidFill>
                  <a:srgbClr val="7D8592"/>
                </a:solidFill>
                <a:latin typeface="Calibri"/>
                <a:ea typeface="Calibri"/>
                <a:cs typeface="Calibri"/>
              </a:rPr>
              <a:t>RMC Control System | RMC MockupTool</a:t>
            </a:r>
          </a:p>
        </p:txBody>
      </p:sp>
      <p:sp>
        <p:nvSpPr>
          <p:cNvPr id="18" name="Rectángulo 17">
            <a:extLst>
              <a:ext uri="{FF2B5EF4-FFF2-40B4-BE49-F238E27FC236}">
                <a16:creationId xmlns:a16="http://schemas.microsoft.com/office/drawing/2014/main" id="{7DA7FE61-F468-406F-881B-84B19FD6806C}"/>
              </a:ext>
            </a:extLst>
          </p:cNvPr>
          <p:cNvSpPr>
            <a:spLocks noGrp="1"/>
          </p:cNvSpPr>
          <p:nvPr/>
        </p:nvSpPr>
        <p:spPr>
          <a:xfrm>
            <a:off x="11334750" y="6496050"/>
            <a:ext cx="3238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/>
          <a:lstStyle/>
          <a:p>
            <a:pPr algn="r">
              <a:lnSpc>
                <a:spcPct val="108000"/>
              </a:lnSpc>
              <a:buNone/>
              <a:defRPr sz="750" b="0">
                <a:solidFill>
                  <a:srgbClr val="7D8592"/>
                </a:solidFill>
                <a:latin typeface="Calibri"/>
                <a:ea typeface="Calibri"/>
                <a:cs typeface="Calibri"/>
              </a:defRPr>
            </a:pPr>
            <a:r>
              <a:rPr lang="es-ES_tradnl" sz="750" b="0">
                <a:solidFill>
                  <a:srgbClr val="7D8592"/>
                </a:solidFill>
                <a:latin typeface="Calibri"/>
                <a:ea typeface="Calibri"/>
                <a:cs typeface="Calibri"/>
              </a:rPr>
              <a:t>07</a:t>
            </a:r>
          </a:p>
        </p:txBody>
      </p:sp>
      <p:pic>
        <p:nvPicPr>
          <p:cNvPr id="27" name="Imagen 26">
            <a:extLst>
              <a:ext uri="{FF2B5EF4-FFF2-40B4-BE49-F238E27FC236}">
                <a16:creationId xmlns:a16="http://schemas.microsoft.com/office/drawing/2014/main" id="{D6908391-F792-3088-2F95-25BC4D81622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81645" y="4215508"/>
            <a:ext cx="7772400" cy="2184569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solidFill>
              <a:srgbClr val="C00000"/>
            </a:solidFill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34729611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F1F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Rectángulo 30">
            <a:extLst>
              <a:ext uri="{FF2B5EF4-FFF2-40B4-BE49-F238E27FC236}">
                <a16:creationId xmlns:a16="http://schemas.microsoft.com/office/drawing/2014/main" id="{54CE218E-CEC7-4F49-AA89-37E59244BCB5}"/>
              </a:ext>
            </a:extLst>
          </p:cNvPr>
          <p:cNvSpPr>
            <a:spLocks noGrp="1"/>
          </p:cNvSpPr>
          <p:nvPr/>
        </p:nvSpPr>
        <p:spPr>
          <a:xfrm>
            <a:off x="533400" y="401385"/>
            <a:ext cx="4000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r>
              <a:rPr lang="es-ES_tradnl" sz="975" b="1" dirty="0">
                <a:solidFill>
                  <a:srgbClr val="AEB4BF"/>
                </a:solidFill>
              </a:rPr>
              <a:t>IMPRESION CONTROLADA</a:t>
            </a:r>
          </a:p>
        </p:txBody>
      </p:sp>
      <p:sp>
        <p:nvSpPr>
          <p:cNvPr id="2" name="Rectángulo 1">
            <a:extLst>
              <a:ext uri="{FF2B5EF4-FFF2-40B4-BE49-F238E27FC236}">
                <a16:creationId xmlns:a16="http://schemas.microsoft.com/office/drawing/2014/main" id="{A86979ED-53B7-4F1E-9704-F8007BD7183A}"/>
              </a:ext>
            </a:extLst>
          </p:cNvPr>
          <p:cNvSpPr>
            <a:spLocks noGrp="1"/>
          </p:cNvSpPr>
          <p:nvPr/>
        </p:nvSpPr>
        <p:spPr>
          <a:xfrm>
            <a:off x="533399" y="649035"/>
            <a:ext cx="8941377" cy="723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r>
              <a:rPr lang="es-ES_tradnl" sz="2700" b="1" dirty="0">
                <a:solidFill>
                  <a:schemeClr val="bg1"/>
                </a:solidFill>
              </a:rPr>
              <a:t>Revisar cola e imprimir cola no hacen lo mismo.</a:t>
            </a:r>
          </a:p>
        </p:txBody>
      </p:sp>
      <p:sp>
        <p:nvSpPr>
          <p:cNvPr id="3" name="Rectángulo 2">
            <a:extLst>
              <a:ext uri="{FF2B5EF4-FFF2-40B4-BE49-F238E27FC236}">
                <a16:creationId xmlns:a16="http://schemas.microsoft.com/office/drawing/2014/main" id="{44B291AD-82E4-45B0-A53D-7C5E1C127C44}"/>
              </a:ext>
            </a:extLst>
          </p:cNvPr>
          <p:cNvSpPr>
            <a:spLocks noGrp="1"/>
          </p:cNvSpPr>
          <p:nvPr/>
        </p:nvSpPr>
        <p:spPr>
          <a:xfrm>
            <a:off x="552450" y="1142933"/>
            <a:ext cx="73342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r>
              <a:rPr lang="es-ES_tradnl" sz="1350" dirty="0">
                <a:solidFill>
                  <a:srgbClr val="AEB4BF"/>
                </a:solidFill>
              </a:rPr>
              <a:t>La cola se recalcula con filtros y estado SQLite; solo se envía lo pendiente y registrable.</a:t>
            </a:r>
          </a:p>
        </p:txBody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id="{FBF9ED57-140C-44D7-BF1E-004F8BDFEEC0}"/>
              </a:ext>
            </a:extLst>
          </p:cNvPr>
          <p:cNvSpPr>
            <a:spLocks noGrp="1"/>
          </p:cNvSpPr>
          <p:nvPr/>
        </p:nvSpPr>
        <p:spPr>
          <a:xfrm>
            <a:off x="590550" y="323850"/>
            <a:ext cx="514350" cy="38100"/>
          </a:xfrm>
          <a:prstGeom prst="rect">
            <a:avLst/>
          </a:prstGeom>
          <a:solidFill>
            <a:srgbClr val="BD1F36"/>
          </a:solidFill>
          <a:ln w="0">
            <a:solidFill>
              <a:srgbClr val="BD1F36"/>
            </a:solidFill>
            <a:prstDash val="solid"/>
          </a:ln>
        </p:spPr>
      </p:sp>
      <p:sp>
        <p:nvSpPr>
          <p:cNvPr id="7" name="Rectángulo 6">
            <a:extLst>
              <a:ext uri="{FF2B5EF4-FFF2-40B4-BE49-F238E27FC236}">
                <a16:creationId xmlns:a16="http://schemas.microsoft.com/office/drawing/2014/main" id="{C0F01829-186E-482E-9C0B-3091F6DD55B7}"/>
              </a:ext>
            </a:extLst>
          </p:cNvPr>
          <p:cNvSpPr>
            <a:spLocks noGrp="1"/>
          </p:cNvSpPr>
          <p:nvPr/>
        </p:nvSpPr>
        <p:spPr>
          <a:xfrm>
            <a:off x="933450" y="3162300"/>
            <a:ext cx="36385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/>
          <a:p>
            <a:pPr algn="ctr">
              <a:lnSpc>
                <a:spcPct val="108000"/>
              </a:lnSpc>
              <a:buNone/>
              <a:defRPr sz="1200" b="1">
                <a:solidFill>
                  <a:srgbClr val="F3F4F6"/>
                </a:solidFill>
                <a:latin typeface="Calibri"/>
                <a:ea typeface="Calibri"/>
                <a:cs typeface="Calibri"/>
              </a:defRPr>
            </a:pPr>
            <a:r>
              <a:rPr lang="es-ES_tradnl" sz="1200" b="1">
                <a:solidFill>
                  <a:srgbClr val="F3F4F6"/>
                </a:solidFill>
                <a:latin typeface="Calibri"/>
                <a:ea typeface="Calibri"/>
                <a:cs typeface="Calibri"/>
              </a:rPr>
              <a:t>[INSERTAR CAPTURA: Revisar cola]</a:t>
            </a:r>
          </a:p>
        </p:txBody>
      </p:sp>
      <p:sp>
        <p:nvSpPr>
          <p:cNvPr id="8" name="Rectángulo 7">
            <a:extLst>
              <a:ext uri="{FF2B5EF4-FFF2-40B4-BE49-F238E27FC236}">
                <a16:creationId xmlns:a16="http://schemas.microsoft.com/office/drawing/2014/main" id="{D6C437AE-B0A7-4D55-BDC1-9E59A4A77DC0}"/>
              </a:ext>
            </a:extLst>
          </p:cNvPr>
          <p:cNvSpPr>
            <a:spLocks noGrp="1"/>
          </p:cNvSpPr>
          <p:nvPr/>
        </p:nvSpPr>
        <p:spPr>
          <a:xfrm>
            <a:off x="1085850" y="3533775"/>
            <a:ext cx="333375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/>
          <a:lstStyle/>
          <a:p>
            <a:pPr algn="ctr">
              <a:lnSpc>
                <a:spcPct val="110000"/>
              </a:lnSpc>
              <a:buNone/>
              <a:defRPr sz="825" b="0">
                <a:solidFill>
                  <a:srgbClr val="B8BEC8"/>
                </a:solidFill>
                <a:latin typeface="Calibri"/>
                <a:ea typeface="Calibri"/>
                <a:cs typeface="Calibri"/>
              </a:defRPr>
            </a:pPr>
            <a:r>
              <a:rPr lang="es-ES_tradnl" sz="825" b="0">
                <a:solidFill>
                  <a:srgbClr val="B8BEC8"/>
                </a:solidFill>
                <a:latin typeface="Calibri"/>
                <a:ea typeface="Calibri"/>
                <a:cs typeface="Calibri"/>
              </a:rPr>
              <a:t>Lista de PDFs encontrados, faltantes, duplicados y estados.</a:t>
            </a:r>
          </a:p>
        </p:txBody>
      </p:sp>
      <p:sp>
        <p:nvSpPr>
          <p:cNvPr id="9" name="Rectángulo redondeado 8">
            <a:extLst>
              <a:ext uri="{FF2B5EF4-FFF2-40B4-BE49-F238E27FC236}">
                <a16:creationId xmlns:a16="http://schemas.microsoft.com/office/drawing/2014/main" id="{FFD6986B-1D10-4057-B53D-66ED74F2049D}"/>
              </a:ext>
            </a:extLst>
          </p:cNvPr>
          <p:cNvSpPr>
            <a:spLocks noGrp="1"/>
          </p:cNvSpPr>
          <p:nvPr/>
        </p:nvSpPr>
        <p:spPr>
          <a:xfrm>
            <a:off x="5734050" y="2242185"/>
            <a:ext cx="2190750" cy="963930"/>
          </a:xfrm>
          <a:prstGeom prst="roundRect">
            <a:avLst>
              <a:gd name="adj" fmla="val 8696"/>
            </a:avLst>
          </a:prstGeom>
          <a:solidFill>
            <a:srgbClr val="292B30"/>
          </a:solidFill>
          <a:ln w="9525">
            <a:solidFill>
              <a:srgbClr val="444952"/>
            </a:solidFill>
            <a:prstDash val="solid"/>
          </a:ln>
        </p:spPr>
      </p:sp>
      <p:sp>
        <p:nvSpPr>
          <p:cNvPr id="10" name="Rectángulo 9">
            <a:extLst>
              <a:ext uri="{FF2B5EF4-FFF2-40B4-BE49-F238E27FC236}">
                <a16:creationId xmlns:a16="http://schemas.microsoft.com/office/drawing/2014/main" id="{4B5133F2-C1BC-4CC2-B3B0-8E2E52A9B9A9}"/>
              </a:ext>
            </a:extLst>
          </p:cNvPr>
          <p:cNvSpPr>
            <a:spLocks noGrp="1"/>
          </p:cNvSpPr>
          <p:nvPr/>
        </p:nvSpPr>
        <p:spPr>
          <a:xfrm>
            <a:off x="5734050" y="2242185"/>
            <a:ext cx="47625" cy="963930"/>
          </a:xfrm>
          <a:prstGeom prst="rect">
            <a:avLst/>
          </a:prstGeom>
          <a:solidFill>
            <a:srgbClr val="2D7FF9"/>
          </a:solidFill>
          <a:ln w="0">
            <a:solidFill>
              <a:srgbClr val="2D7FF9"/>
            </a:solidFill>
            <a:prstDash val="solid"/>
          </a:ln>
        </p:spPr>
      </p:sp>
      <p:sp>
        <p:nvSpPr>
          <p:cNvPr id="11" name="Rectángulo 10">
            <a:extLst>
              <a:ext uri="{FF2B5EF4-FFF2-40B4-BE49-F238E27FC236}">
                <a16:creationId xmlns:a16="http://schemas.microsoft.com/office/drawing/2014/main" id="{3CE9F986-C04D-413F-9220-CB7C8924DF25}"/>
              </a:ext>
            </a:extLst>
          </p:cNvPr>
          <p:cNvSpPr>
            <a:spLocks noGrp="1"/>
          </p:cNvSpPr>
          <p:nvPr/>
        </p:nvSpPr>
        <p:spPr>
          <a:xfrm>
            <a:off x="5905500" y="2327563"/>
            <a:ext cx="19050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r>
              <a:rPr lang="es-ES_tradnl" b="1" dirty="0">
                <a:solidFill>
                  <a:schemeClr val="bg1"/>
                </a:solidFill>
              </a:rPr>
              <a:t>Revisar cola</a:t>
            </a:r>
          </a:p>
        </p:txBody>
      </p:sp>
      <p:sp>
        <p:nvSpPr>
          <p:cNvPr id="12" name="Rectángulo 11">
            <a:extLst>
              <a:ext uri="{FF2B5EF4-FFF2-40B4-BE49-F238E27FC236}">
                <a16:creationId xmlns:a16="http://schemas.microsoft.com/office/drawing/2014/main" id="{0135BA19-70CB-4047-A59B-B8CF589AE40D}"/>
              </a:ext>
            </a:extLst>
          </p:cNvPr>
          <p:cNvSpPr>
            <a:spLocks noGrp="1"/>
          </p:cNvSpPr>
          <p:nvPr/>
        </p:nvSpPr>
        <p:spPr>
          <a:xfrm>
            <a:off x="5905500" y="2632363"/>
            <a:ext cx="18669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r>
              <a:rPr lang="es-ES_tradnl" sz="1200" dirty="0">
                <a:solidFill>
                  <a:srgbClr val="AEB4BF"/>
                </a:solidFill>
              </a:rPr>
              <a:t>No imprime. Solo localiza y ordena </a:t>
            </a:r>
            <a:r>
              <a:rPr lang="es-ES_tradnl" sz="1200" dirty="0" err="1">
                <a:solidFill>
                  <a:srgbClr val="AEB4BF"/>
                </a:solidFill>
              </a:rPr>
              <a:t>PDFs</a:t>
            </a:r>
            <a:r>
              <a:rPr lang="es-ES_tradnl" sz="1200" dirty="0">
                <a:solidFill>
                  <a:srgbClr val="AEB4BF"/>
                </a:solidFill>
              </a:rPr>
              <a:t>.</a:t>
            </a:r>
          </a:p>
        </p:txBody>
      </p:sp>
      <p:sp>
        <p:nvSpPr>
          <p:cNvPr id="13" name="Rectángulo redondeado 12">
            <a:extLst>
              <a:ext uri="{FF2B5EF4-FFF2-40B4-BE49-F238E27FC236}">
                <a16:creationId xmlns:a16="http://schemas.microsoft.com/office/drawing/2014/main" id="{86FAA7FB-EE7B-4B52-A7B9-091000AA22FB}"/>
              </a:ext>
            </a:extLst>
          </p:cNvPr>
          <p:cNvSpPr>
            <a:spLocks noGrp="1"/>
          </p:cNvSpPr>
          <p:nvPr/>
        </p:nvSpPr>
        <p:spPr>
          <a:xfrm>
            <a:off x="5734050" y="3404235"/>
            <a:ext cx="2190750" cy="963930"/>
          </a:xfrm>
          <a:prstGeom prst="roundRect">
            <a:avLst>
              <a:gd name="adj" fmla="val 8696"/>
            </a:avLst>
          </a:prstGeom>
          <a:solidFill>
            <a:srgbClr val="292B30"/>
          </a:solidFill>
          <a:ln w="9525">
            <a:solidFill>
              <a:srgbClr val="444952"/>
            </a:solidFill>
            <a:prstDash val="solid"/>
          </a:ln>
        </p:spPr>
      </p:sp>
      <p:sp>
        <p:nvSpPr>
          <p:cNvPr id="14" name="Rectángulo 13">
            <a:extLst>
              <a:ext uri="{FF2B5EF4-FFF2-40B4-BE49-F238E27FC236}">
                <a16:creationId xmlns:a16="http://schemas.microsoft.com/office/drawing/2014/main" id="{E8970AD6-514F-450F-9BFE-21482C81D306}"/>
              </a:ext>
            </a:extLst>
          </p:cNvPr>
          <p:cNvSpPr>
            <a:spLocks noGrp="1"/>
          </p:cNvSpPr>
          <p:nvPr/>
        </p:nvSpPr>
        <p:spPr>
          <a:xfrm>
            <a:off x="5734050" y="3404235"/>
            <a:ext cx="47625" cy="963930"/>
          </a:xfrm>
          <a:prstGeom prst="rect">
            <a:avLst/>
          </a:prstGeom>
          <a:solidFill>
            <a:srgbClr val="F3C747"/>
          </a:solidFill>
          <a:ln w="0">
            <a:solidFill>
              <a:srgbClr val="F3C747"/>
            </a:solidFill>
            <a:prstDash val="solid"/>
          </a:ln>
        </p:spPr>
      </p:sp>
      <p:sp>
        <p:nvSpPr>
          <p:cNvPr id="15" name="Rectángulo 14">
            <a:extLst>
              <a:ext uri="{FF2B5EF4-FFF2-40B4-BE49-F238E27FC236}">
                <a16:creationId xmlns:a16="http://schemas.microsoft.com/office/drawing/2014/main" id="{8792B3F4-BB88-4C90-900A-65017B67C973}"/>
              </a:ext>
            </a:extLst>
          </p:cNvPr>
          <p:cNvSpPr>
            <a:spLocks noGrp="1"/>
          </p:cNvSpPr>
          <p:nvPr/>
        </p:nvSpPr>
        <p:spPr>
          <a:xfrm>
            <a:off x="5905500" y="3489613"/>
            <a:ext cx="19050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r>
              <a:rPr lang="es-ES_tradnl" b="1" dirty="0">
                <a:solidFill>
                  <a:schemeClr val="bg1"/>
                </a:solidFill>
              </a:rPr>
              <a:t>Confirmar</a:t>
            </a:r>
          </a:p>
        </p:txBody>
      </p:sp>
      <p:sp>
        <p:nvSpPr>
          <p:cNvPr id="16" name="Rectángulo 15">
            <a:extLst>
              <a:ext uri="{FF2B5EF4-FFF2-40B4-BE49-F238E27FC236}">
                <a16:creationId xmlns:a16="http://schemas.microsoft.com/office/drawing/2014/main" id="{EB08D61A-F9C1-4C29-9841-66A15A0077EC}"/>
              </a:ext>
            </a:extLst>
          </p:cNvPr>
          <p:cNvSpPr>
            <a:spLocks noGrp="1"/>
          </p:cNvSpPr>
          <p:nvPr/>
        </p:nvSpPr>
        <p:spPr>
          <a:xfrm>
            <a:off x="5905500" y="3794413"/>
            <a:ext cx="18669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r>
              <a:rPr lang="es-ES_tradnl" sz="1200" dirty="0">
                <a:solidFill>
                  <a:srgbClr val="AEB4BF"/>
                </a:solidFill>
              </a:rPr>
              <a:t>Muestra cantidad, </a:t>
            </a:r>
            <a:r>
              <a:rPr lang="es-ES_tradnl" sz="1200" dirty="0" err="1">
                <a:solidFill>
                  <a:srgbClr val="AEB4BF"/>
                </a:solidFill>
              </a:rPr>
              <a:t>warnings</a:t>
            </a:r>
            <a:r>
              <a:rPr lang="es-ES_tradnl" sz="1200" dirty="0">
                <a:solidFill>
                  <a:srgbClr val="AEB4BF"/>
                </a:solidFill>
              </a:rPr>
              <a:t> y pendientes.</a:t>
            </a:r>
          </a:p>
        </p:txBody>
      </p:sp>
      <p:sp>
        <p:nvSpPr>
          <p:cNvPr id="17" name="Rectángulo redondeado 16">
            <a:extLst>
              <a:ext uri="{FF2B5EF4-FFF2-40B4-BE49-F238E27FC236}">
                <a16:creationId xmlns:a16="http://schemas.microsoft.com/office/drawing/2014/main" id="{B0A6F8DA-28F2-4D10-8F39-C424C459A170}"/>
              </a:ext>
            </a:extLst>
          </p:cNvPr>
          <p:cNvSpPr>
            <a:spLocks noGrp="1"/>
          </p:cNvSpPr>
          <p:nvPr/>
        </p:nvSpPr>
        <p:spPr>
          <a:xfrm>
            <a:off x="5734050" y="4566285"/>
            <a:ext cx="2190750" cy="963930"/>
          </a:xfrm>
          <a:prstGeom prst="roundRect">
            <a:avLst>
              <a:gd name="adj" fmla="val 8696"/>
            </a:avLst>
          </a:prstGeom>
          <a:solidFill>
            <a:srgbClr val="292B30"/>
          </a:solidFill>
          <a:ln w="9525">
            <a:solidFill>
              <a:srgbClr val="444952"/>
            </a:solidFill>
            <a:prstDash val="solid"/>
          </a:ln>
        </p:spPr>
      </p:sp>
      <p:sp>
        <p:nvSpPr>
          <p:cNvPr id="18" name="Rectángulo 17">
            <a:extLst>
              <a:ext uri="{FF2B5EF4-FFF2-40B4-BE49-F238E27FC236}">
                <a16:creationId xmlns:a16="http://schemas.microsoft.com/office/drawing/2014/main" id="{81F08885-0EAE-4573-97F2-8C06ED02CB48}"/>
              </a:ext>
            </a:extLst>
          </p:cNvPr>
          <p:cNvSpPr>
            <a:spLocks noGrp="1"/>
          </p:cNvSpPr>
          <p:nvPr/>
        </p:nvSpPr>
        <p:spPr>
          <a:xfrm>
            <a:off x="5734050" y="4566285"/>
            <a:ext cx="47625" cy="963930"/>
          </a:xfrm>
          <a:prstGeom prst="rect">
            <a:avLst/>
          </a:prstGeom>
          <a:solidFill>
            <a:srgbClr val="BD1F36"/>
          </a:solidFill>
          <a:ln w="0">
            <a:solidFill>
              <a:srgbClr val="BD1F36"/>
            </a:solidFill>
            <a:prstDash val="solid"/>
          </a:ln>
        </p:spPr>
      </p:sp>
      <p:sp>
        <p:nvSpPr>
          <p:cNvPr id="19" name="Rectángulo 18">
            <a:extLst>
              <a:ext uri="{FF2B5EF4-FFF2-40B4-BE49-F238E27FC236}">
                <a16:creationId xmlns:a16="http://schemas.microsoft.com/office/drawing/2014/main" id="{B7E65CFA-6A84-4E09-AEBF-F95CA4938283}"/>
              </a:ext>
            </a:extLst>
          </p:cNvPr>
          <p:cNvSpPr>
            <a:spLocks noGrp="1"/>
          </p:cNvSpPr>
          <p:nvPr/>
        </p:nvSpPr>
        <p:spPr>
          <a:xfrm>
            <a:off x="5905500" y="4651663"/>
            <a:ext cx="19050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r>
              <a:rPr lang="es-ES_tradnl" b="1" dirty="0">
                <a:solidFill>
                  <a:schemeClr val="bg1"/>
                </a:solidFill>
              </a:rPr>
              <a:t>Imprimir cola</a:t>
            </a:r>
          </a:p>
        </p:txBody>
      </p:sp>
      <p:sp>
        <p:nvSpPr>
          <p:cNvPr id="20" name="Rectángulo 19">
            <a:extLst>
              <a:ext uri="{FF2B5EF4-FFF2-40B4-BE49-F238E27FC236}">
                <a16:creationId xmlns:a16="http://schemas.microsoft.com/office/drawing/2014/main" id="{225EB2ED-8F69-4B4B-B367-439CBC2AC0BD}"/>
              </a:ext>
            </a:extLst>
          </p:cNvPr>
          <p:cNvSpPr>
            <a:spLocks noGrp="1"/>
          </p:cNvSpPr>
          <p:nvPr/>
        </p:nvSpPr>
        <p:spPr>
          <a:xfrm>
            <a:off x="5905500" y="4956463"/>
            <a:ext cx="18669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r>
              <a:rPr lang="es-ES_tradnl" sz="1200" dirty="0">
                <a:solidFill>
                  <a:srgbClr val="AEB4BF"/>
                </a:solidFill>
              </a:rPr>
              <a:t>Ejecuta </a:t>
            </a:r>
            <a:r>
              <a:rPr lang="es-ES_tradnl" sz="1200" dirty="0" err="1">
                <a:solidFill>
                  <a:srgbClr val="AEB4BF"/>
                </a:solidFill>
              </a:rPr>
              <a:t>lp</a:t>
            </a:r>
            <a:r>
              <a:rPr lang="es-ES_tradnl" sz="1200" dirty="0">
                <a:solidFill>
                  <a:srgbClr val="AEB4BF"/>
                </a:solidFill>
              </a:rPr>
              <a:t> con </a:t>
            </a:r>
            <a:r>
              <a:rPr lang="es-ES_tradnl" sz="1200" dirty="0" err="1">
                <a:solidFill>
                  <a:srgbClr val="AEB4BF"/>
                </a:solidFill>
              </a:rPr>
              <a:t>fit</a:t>
            </a:r>
            <a:r>
              <a:rPr lang="es-ES_tradnl" sz="1200" dirty="0">
                <a:solidFill>
                  <a:srgbClr val="AEB4BF"/>
                </a:solidFill>
              </a:rPr>
              <a:t>-</a:t>
            </a:r>
            <a:r>
              <a:rPr lang="es-ES_tradnl" sz="1200" dirty="0" err="1">
                <a:solidFill>
                  <a:srgbClr val="AEB4BF"/>
                </a:solidFill>
              </a:rPr>
              <a:t>to</a:t>
            </a:r>
            <a:r>
              <a:rPr lang="es-ES_tradnl" sz="1200" dirty="0">
                <a:solidFill>
                  <a:srgbClr val="AEB4BF"/>
                </a:solidFill>
              </a:rPr>
              <a:t>-page y </a:t>
            </a:r>
            <a:r>
              <a:rPr lang="es-ES_tradnl" sz="1200" dirty="0" err="1">
                <a:solidFill>
                  <a:srgbClr val="AEB4BF"/>
                </a:solidFill>
              </a:rPr>
              <a:t>landscape</a:t>
            </a:r>
            <a:r>
              <a:rPr lang="es-ES_tradnl" sz="1200" dirty="0">
                <a:solidFill>
                  <a:srgbClr val="AEB4BF"/>
                </a:solidFill>
              </a:rPr>
              <a:t>.</a:t>
            </a:r>
          </a:p>
        </p:txBody>
      </p:sp>
      <p:sp>
        <p:nvSpPr>
          <p:cNvPr id="21" name="Rectángulo redondeado 20">
            <a:extLst>
              <a:ext uri="{FF2B5EF4-FFF2-40B4-BE49-F238E27FC236}">
                <a16:creationId xmlns:a16="http://schemas.microsoft.com/office/drawing/2014/main" id="{B7C5C076-562B-4455-A16F-ED9F6AFBF37F}"/>
              </a:ext>
            </a:extLst>
          </p:cNvPr>
          <p:cNvSpPr>
            <a:spLocks noGrp="1"/>
          </p:cNvSpPr>
          <p:nvPr/>
        </p:nvSpPr>
        <p:spPr>
          <a:xfrm>
            <a:off x="8660248" y="2517832"/>
            <a:ext cx="2381250" cy="1173480"/>
          </a:xfrm>
          <a:prstGeom prst="roundRect">
            <a:avLst>
              <a:gd name="adj" fmla="val 7143"/>
            </a:avLst>
          </a:prstGeom>
          <a:solidFill>
            <a:srgbClr val="292B30"/>
          </a:solidFill>
          <a:ln w="9525">
            <a:solidFill>
              <a:srgbClr val="444952"/>
            </a:solidFill>
            <a:prstDash val="solid"/>
          </a:ln>
        </p:spPr>
      </p:sp>
      <p:sp>
        <p:nvSpPr>
          <p:cNvPr id="22" name="Rectángulo 21">
            <a:extLst>
              <a:ext uri="{FF2B5EF4-FFF2-40B4-BE49-F238E27FC236}">
                <a16:creationId xmlns:a16="http://schemas.microsoft.com/office/drawing/2014/main" id="{65A5E3D0-0E98-4118-8A00-15FAF4614EC2}"/>
              </a:ext>
            </a:extLst>
          </p:cNvPr>
          <p:cNvSpPr>
            <a:spLocks noGrp="1"/>
          </p:cNvSpPr>
          <p:nvPr/>
        </p:nvSpPr>
        <p:spPr>
          <a:xfrm>
            <a:off x="8660248" y="2517832"/>
            <a:ext cx="47625" cy="1173480"/>
          </a:xfrm>
          <a:prstGeom prst="rect">
            <a:avLst/>
          </a:prstGeom>
          <a:solidFill>
            <a:srgbClr val="20B26B"/>
          </a:solidFill>
          <a:ln w="0">
            <a:solidFill>
              <a:srgbClr val="20B26B"/>
            </a:solidFill>
            <a:prstDash val="solid"/>
          </a:ln>
        </p:spPr>
      </p:sp>
      <p:sp>
        <p:nvSpPr>
          <p:cNvPr id="23" name="Rectángulo 22">
            <a:extLst>
              <a:ext uri="{FF2B5EF4-FFF2-40B4-BE49-F238E27FC236}">
                <a16:creationId xmlns:a16="http://schemas.microsoft.com/office/drawing/2014/main" id="{98C9F4F5-5AA4-4553-8C5D-7878969F8947}"/>
              </a:ext>
            </a:extLst>
          </p:cNvPr>
          <p:cNvSpPr>
            <a:spLocks noGrp="1"/>
          </p:cNvSpPr>
          <p:nvPr/>
        </p:nvSpPr>
        <p:spPr>
          <a:xfrm>
            <a:off x="8831698" y="2621976"/>
            <a:ext cx="20955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r>
              <a:rPr lang="es-ES_tradnl" b="1" dirty="0">
                <a:solidFill>
                  <a:schemeClr val="bg1"/>
                </a:solidFill>
              </a:rPr>
              <a:t>Marca impreso=1</a:t>
            </a:r>
          </a:p>
        </p:txBody>
      </p:sp>
      <p:sp>
        <p:nvSpPr>
          <p:cNvPr id="24" name="Rectángulo 23">
            <a:extLst>
              <a:ext uri="{FF2B5EF4-FFF2-40B4-BE49-F238E27FC236}">
                <a16:creationId xmlns:a16="http://schemas.microsoft.com/office/drawing/2014/main" id="{F7A74C90-6350-43A5-AD5A-F8158A6C59FD}"/>
              </a:ext>
            </a:extLst>
          </p:cNvPr>
          <p:cNvSpPr>
            <a:spLocks noGrp="1"/>
          </p:cNvSpPr>
          <p:nvPr/>
        </p:nvSpPr>
        <p:spPr>
          <a:xfrm>
            <a:off x="8831698" y="2926776"/>
            <a:ext cx="205740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r>
              <a:rPr lang="es-ES_tradnl" sz="1200" dirty="0">
                <a:solidFill>
                  <a:srgbClr val="AEB4BF"/>
                </a:solidFill>
              </a:rPr>
              <a:t>Solo cuando macOS acepta el trabajo y manda a la EPSON</a:t>
            </a:r>
          </a:p>
        </p:txBody>
      </p:sp>
      <p:sp>
        <p:nvSpPr>
          <p:cNvPr id="25" name="Rectángulo redondeado 24">
            <a:extLst>
              <a:ext uri="{FF2B5EF4-FFF2-40B4-BE49-F238E27FC236}">
                <a16:creationId xmlns:a16="http://schemas.microsoft.com/office/drawing/2014/main" id="{05592C34-C207-45AE-83CD-5D4856E0E7FC}"/>
              </a:ext>
            </a:extLst>
          </p:cNvPr>
          <p:cNvSpPr>
            <a:spLocks noGrp="1"/>
          </p:cNvSpPr>
          <p:nvPr/>
        </p:nvSpPr>
        <p:spPr>
          <a:xfrm>
            <a:off x="8660248" y="4041832"/>
            <a:ext cx="2381250" cy="1173480"/>
          </a:xfrm>
          <a:prstGeom prst="roundRect">
            <a:avLst>
              <a:gd name="adj" fmla="val 7143"/>
            </a:avLst>
          </a:prstGeom>
          <a:solidFill>
            <a:srgbClr val="292B30"/>
          </a:solidFill>
          <a:ln w="9525">
            <a:solidFill>
              <a:srgbClr val="444952"/>
            </a:solidFill>
            <a:prstDash val="solid"/>
          </a:ln>
        </p:spPr>
      </p:sp>
      <p:sp>
        <p:nvSpPr>
          <p:cNvPr id="26" name="Rectángulo 25">
            <a:extLst>
              <a:ext uri="{FF2B5EF4-FFF2-40B4-BE49-F238E27FC236}">
                <a16:creationId xmlns:a16="http://schemas.microsoft.com/office/drawing/2014/main" id="{F852ED95-C8DC-4C66-A75B-1EF313C7FF03}"/>
              </a:ext>
            </a:extLst>
          </p:cNvPr>
          <p:cNvSpPr>
            <a:spLocks noGrp="1"/>
          </p:cNvSpPr>
          <p:nvPr/>
        </p:nvSpPr>
        <p:spPr>
          <a:xfrm>
            <a:off x="8660248" y="4041832"/>
            <a:ext cx="47625" cy="1173480"/>
          </a:xfrm>
          <a:prstGeom prst="rect">
            <a:avLst/>
          </a:prstGeom>
          <a:solidFill>
            <a:srgbClr val="F28C28"/>
          </a:solidFill>
          <a:ln w="0">
            <a:solidFill>
              <a:srgbClr val="F28C28"/>
            </a:solidFill>
            <a:prstDash val="solid"/>
          </a:ln>
        </p:spPr>
      </p:sp>
      <p:sp>
        <p:nvSpPr>
          <p:cNvPr id="27" name="Rectángulo 26">
            <a:extLst>
              <a:ext uri="{FF2B5EF4-FFF2-40B4-BE49-F238E27FC236}">
                <a16:creationId xmlns:a16="http://schemas.microsoft.com/office/drawing/2014/main" id="{A2B71D66-0270-443F-853B-F22DBB1FAB53}"/>
              </a:ext>
            </a:extLst>
          </p:cNvPr>
          <p:cNvSpPr>
            <a:spLocks noGrp="1"/>
          </p:cNvSpPr>
          <p:nvPr/>
        </p:nvSpPr>
        <p:spPr>
          <a:xfrm>
            <a:off x="8831698" y="4145976"/>
            <a:ext cx="20955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r>
              <a:rPr lang="es-ES_tradnl" b="1" dirty="0">
                <a:solidFill>
                  <a:schemeClr val="bg1"/>
                </a:solidFill>
              </a:rPr>
              <a:t>Orden operativo</a:t>
            </a:r>
          </a:p>
        </p:txBody>
      </p:sp>
      <p:sp>
        <p:nvSpPr>
          <p:cNvPr id="28" name="Rectángulo 27">
            <a:extLst>
              <a:ext uri="{FF2B5EF4-FFF2-40B4-BE49-F238E27FC236}">
                <a16:creationId xmlns:a16="http://schemas.microsoft.com/office/drawing/2014/main" id="{8F5E9F00-199E-4B91-A361-DAC5783BA7C0}"/>
              </a:ext>
            </a:extLst>
          </p:cNvPr>
          <p:cNvSpPr>
            <a:spLocks noGrp="1"/>
          </p:cNvSpPr>
          <p:nvPr/>
        </p:nvSpPr>
        <p:spPr>
          <a:xfrm>
            <a:off x="8831698" y="4450776"/>
            <a:ext cx="205740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r>
              <a:rPr lang="es-ES_tradnl" sz="1200" dirty="0">
                <a:solidFill>
                  <a:srgbClr val="AEB4BF"/>
                </a:solidFill>
              </a:rPr>
              <a:t>Envía en orden inverso al Excel para conservar la pila física.</a:t>
            </a:r>
          </a:p>
        </p:txBody>
      </p:sp>
      <p:sp>
        <p:nvSpPr>
          <p:cNvPr id="29" name="Rectángulo 28">
            <a:extLst>
              <a:ext uri="{FF2B5EF4-FFF2-40B4-BE49-F238E27FC236}">
                <a16:creationId xmlns:a16="http://schemas.microsoft.com/office/drawing/2014/main" id="{3E69F1A1-9EF4-411B-9EF4-8E8E6308795E}"/>
              </a:ext>
            </a:extLst>
          </p:cNvPr>
          <p:cNvSpPr>
            <a:spLocks noGrp="1"/>
          </p:cNvSpPr>
          <p:nvPr/>
        </p:nvSpPr>
        <p:spPr>
          <a:xfrm>
            <a:off x="533400" y="6515100"/>
            <a:ext cx="34290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/>
          <a:lstStyle/>
          <a:p>
            <a:pPr algn="l">
              <a:lnSpc>
                <a:spcPct val="108000"/>
              </a:lnSpc>
              <a:buNone/>
              <a:defRPr sz="675" b="0">
                <a:solidFill>
                  <a:srgbClr val="7D8592"/>
                </a:solidFill>
                <a:latin typeface="Calibri"/>
                <a:ea typeface="Calibri"/>
                <a:cs typeface="Calibri"/>
              </a:defRPr>
            </a:pPr>
            <a:r>
              <a:rPr lang="es-ES_tradnl" sz="675" b="0">
                <a:solidFill>
                  <a:srgbClr val="7D8592"/>
                </a:solidFill>
                <a:latin typeface="Calibri"/>
                <a:ea typeface="Calibri"/>
                <a:cs typeface="Calibri"/>
              </a:rPr>
              <a:t>RMC Control System | RMC MockupTool</a:t>
            </a:r>
          </a:p>
        </p:txBody>
      </p:sp>
      <p:sp>
        <p:nvSpPr>
          <p:cNvPr id="30" name="Rectángulo 29">
            <a:extLst>
              <a:ext uri="{FF2B5EF4-FFF2-40B4-BE49-F238E27FC236}">
                <a16:creationId xmlns:a16="http://schemas.microsoft.com/office/drawing/2014/main" id="{F2FCAF91-3DB9-4755-98FD-56EE80C53EFE}"/>
              </a:ext>
            </a:extLst>
          </p:cNvPr>
          <p:cNvSpPr>
            <a:spLocks noGrp="1"/>
          </p:cNvSpPr>
          <p:nvPr/>
        </p:nvSpPr>
        <p:spPr>
          <a:xfrm>
            <a:off x="11334750" y="6496050"/>
            <a:ext cx="3238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/>
          <a:lstStyle/>
          <a:p>
            <a:pPr algn="r">
              <a:lnSpc>
                <a:spcPct val="108000"/>
              </a:lnSpc>
              <a:buNone/>
              <a:defRPr sz="750" b="0">
                <a:solidFill>
                  <a:srgbClr val="7D8592"/>
                </a:solidFill>
                <a:latin typeface="Calibri"/>
                <a:ea typeface="Calibri"/>
                <a:cs typeface="Calibri"/>
              </a:defRPr>
            </a:pPr>
            <a:r>
              <a:rPr lang="es-ES_tradnl" sz="750" b="0">
                <a:solidFill>
                  <a:srgbClr val="7D8592"/>
                </a:solidFill>
                <a:latin typeface="Calibri"/>
                <a:ea typeface="Calibri"/>
                <a:cs typeface="Calibri"/>
              </a:rPr>
              <a:t>09</a:t>
            </a:r>
          </a:p>
        </p:txBody>
      </p:sp>
      <p:pic>
        <p:nvPicPr>
          <p:cNvPr id="33" name="Imagen 32">
            <a:extLst>
              <a:ext uri="{FF2B5EF4-FFF2-40B4-BE49-F238E27FC236}">
                <a16:creationId xmlns:a16="http://schemas.microsoft.com/office/drawing/2014/main" id="{A86AC3EF-B482-17FB-DDA3-6D2DC82EACFF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3648" r="24882"/>
          <a:stretch/>
        </p:blipFill>
        <p:spPr>
          <a:xfrm>
            <a:off x="946148" y="1900696"/>
            <a:ext cx="4000500" cy="3833354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solidFill>
              <a:srgbClr val="C00000"/>
            </a:solidFill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154890840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F1F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Rectángulo 27">
            <a:extLst>
              <a:ext uri="{FF2B5EF4-FFF2-40B4-BE49-F238E27FC236}">
                <a16:creationId xmlns:a16="http://schemas.microsoft.com/office/drawing/2014/main" id="{014C88B9-B93A-4509-9F92-6D4A3E9B3E46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71450" cy="6858000"/>
          </a:xfrm>
          <a:prstGeom prst="rect">
            <a:avLst/>
          </a:prstGeom>
          <a:solidFill>
            <a:srgbClr val="BD1F36"/>
          </a:solidFill>
          <a:ln w="0">
            <a:solidFill>
              <a:srgbClr val="BD1F36"/>
            </a:solidFill>
            <a:prstDash val="solid"/>
          </a:ln>
        </p:spPr>
      </p:sp>
      <p:sp>
        <p:nvSpPr>
          <p:cNvPr id="2" name="Rectángulo 1">
            <a:extLst>
              <a:ext uri="{FF2B5EF4-FFF2-40B4-BE49-F238E27FC236}">
                <a16:creationId xmlns:a16="http://schemas.microsoft.com/office/drawing/2014/main" id="{E933A7B0-81E5-4531-B97F-B1C335F4D7B9}"/>
              </a:ext>
            </a:extLst>
          </p:cNvPr>
          <p:cNvSpPr>
            <a:spLocks noGrp="1"/>
          </p:cNvSpPr>
          <p:nvPr/>
        </p:nvSpPr>
        <p:spPr>
          <a:xfrm>
            <a:off x="533400" y="508004"/>
            <a:ext cx="11430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r>
              <a:rPr lang="es-ES_tradnl" sz="975" b="1" dirty="0">
                <a:solidFill>
                  <a:srgbClr val="AEB4BF"/>
                </a:solidFill>
              </a:rPr>
              <a:t>CIERRE</a:t>
            </a:r>
          </a:p>
        </p:txBody>
      </p:sp>
      <p:sp>
        <p:nvSpPr>
          <p:cNvPr id="3" name="Rectángulo 2">
            <a:extLst>
              <a:ext uri="{FF2B5EF4-FFF2-40B4-BE49-F238E27FC236}">
                <a16:creationId xmlns:a16="http://schemas.microsoft.com/office/drawing/2014/main" id="{6E82F44F-06EC-494D-B910-D182A7B1395A}"/>
              </a:ext>
            </a:extLst>
          </p:cNvPr>
          <p:cNvSpPr>
            <a:spLocks noGrp="1"/>
          </p:cNvSpPr>
          <p:nvPr/>
        </p:nvSpPr>
        <p:spPr>
          <a:xfrm>
            <a:off x="533400" y="667451"/>
            <a:ext cx="9243579" cy="895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r>
              <a:rPr lang="es-ES_tradnl" sz="2700" b="1" dirty="0" err="1">
                <a:solidFill>
                  <a:schemeClr val="bg1"/>
                </a:solidFill>
              </a:rPr>
              <a:t>MockupTool</a:t>
            </a:r>
            <a:r>
              <a:rPr lang="es-ES_tradnl" sz="2700" b="1" dirty="0">
                <a:solidFill>
                  <a:schemeClr val="bg1"/>
                </a:solidFill>
              </a:rPr>
              <a:t> convierte revisión manual en evidencia visual recuperable.</a:t>
            </a:r>
          </a:p>
        </p:txBody>
      </p:sp>
      <p:sp>
        <p:nvSpPr>
          <p:cNvPr id="4" name="Rectángulo redondeado 3">
            <a:extLst>
              <a:ext uri="{FF2B5EF4-FFF2-40B4-BE49-F238E27FC236}">
                <a16:creationId xmlns:a16="http://schemas.microsoft.com/office/drawing/2014/main" id="{564C223B-D1EE-4BB3-8869-BE2B4F33505F}"/>
              </a:ext>
            </a:extLst>
          </p:cNvPr>
          <p:cNvSpPr>
            <a:spLocks noGrp="1"/>
          </p:cNvSpPr>
          <p:nvPr/>
        </p:nvSpPr>
        <p:spPr>
          <a:xfrm>
            <a:off x="923925" y="3029301"/>
            <a:ext cx="2381250" cy="990600"/>
          </a:xfrm>
          <a:prstGeom prst="roundRect">
            <a:avLst>
              <a:gd name="adj" fmla="val 7692"/>
            </a:avLst>
          </a:prstGeom>
          <a:solidFill>
            <a:srgbClr val="292B30"/>
          </a:solidFill>
          <a:ln w="9525">
            <a:solidFill>
              <a:srgbClr val="444952"/>
            </a:solidFill>
            <a:prstDash val="solid"/>
          </a:ln>
        </p:spPr>
      </p:sp>
      <p:sp>
        <p:nvSpPr>
          <p:cNvPr id="5" name="Rectángulo 4">
            <a:extLst>
              <a:ext uri="{FF2B5EF4-FFF2-40B4-BE49-F238E27FC236}">
                <a16:creationId xmlns:a16="http://schemas.microsoft.com/office/drawing/2014/main" id="{15678DC5-749B-470F-8815-68AAF14CEE70}"/>
              </a:ext>
            </a:extLst>
          </p:cNvPr>
          <p:cNvSpPr>
            <a:spLocks noGrp="1"/>
          </p:cNvSpPr>
          <p:nvPr/>
        </p:nvSpPr>
        <p:spPr>
          <a:xfrm>
            <a:off x="923925" y="3029301"/>
            <a:ext cx="47625" cy="990600"/>
          </a:xfrm>
          <a:prstGeom prst="rect">
            <a:avLst/>
          </a:prstGeom>
          <a:solidFill>
            <a:srgbClr val="BD1F36"/>
          </a:solidFill>
          <a:ln w="0">
            <a:solidFill>
              <a:srgbClr val="BD1F36"/>
            </a:solidFill>
            <a:prstDash val="solid"/>
          </a:ln>
        </p:spPr>
      </p:sp>
      <p:sp>
        <p:nvSpPr>
          <p:cNvPr id="6" name="Rectángulo 5">
            <a:extLst>
              <a:ext uri="{FF2B5EF4-FFF2-40B4-BE49-F238E27FC236}">
                <a16:creationId xmlns:a16="http://schemas.microsoft.com/office/drawing/2014/main" id="{50A226D6-6E71-4F4C-A8AA-EB7D91A61751}"/>
              </a:ext>
            </a:extLst>
          </p:cNvPr>
          <p:cNvSpPr>
            <a:spLocks noGrp="1"/>
          </p:cNvSpPr>
          <p:nvPr/>
        </p:nvSpPr>
        <p:spPr>
          <a:xfrm>
            <a:off x="1095375" y="3080105"/>
            <a:ext cx="20955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r>
              <a:rPr lang="es-ES_tradnl" b="1" dirty="0">
                <a:solidFill>
                  <a:schemeClr val="bg1"/>
                </a:solidFill>
              </a:rPr>
              <a:t>Producción</a:t>
            </a:r>
          </a:p>
        </p:txBody>
      </p:sp>
      <p:sp>
        <p:nvSpPr>
          <p:cNvPr id="7" name="Rectángulo 6">
            <a:extLst>
              <a:ext uri="{FF2B5EF4-FFF2-40B4-BE49-F238E27FC236}">
                <a16:creationId xmlns:a16="http://schemas.microsoft.com/office/drawing/2014/main" id="{A39D8C00-D04D-436B-B8C9-62685D15BE2C}"/>
              </a:ext>
            </a:extLst>
          </p:cNvPr>
          <p:cNvSpPr>
            <a:spLocks noGrp="1"/>
          </p:cNvSpPr>
          <p:nvPr/>
        </p:nvSpPr>
        <p:spPr>
          <a:xfrm>
            <a:off x="1095375" y="3384905"/>
            <a:ext cx="205740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r>
              <a:rPr lang="es-ES_tradnl" sz="1200" dirty="0">
                <a:solidFill>
                  <a:srgbClr val="AEB4BF"/>
                </a:solidFill>
              </a:rPr>
              <a:t>Sabe que falta, que existe y que se omite.</a:t>
            </a:r>
          </a:p>
        </p:txBody>
      </p:sp>
      <p:sp>
        <p:nvSpPr>
          <p:cNvPr id="8" name="Rectángulo redondeado 7">
            <a:extLst>
              <a:ext uri="{FF2B5EF4-FFF2-40B4-BE49-F238E27FC236}">
                <a16:creationId xmlns:a16="http://schemas.microsoft.com/office/drawing/2014/main" id="{0D8BAB8A-9964-41F3-8934-8DADCAB3BFAC}"/>
              </a:ext>
            </a:extLst>
          </p:cNvPr>
          <p:cNvSpPr>
            <a:spLocks noGrp="1"/>
          </p:cNvSpPr>
          <p:nvPr/>
        </p:nvSpPr>
        <p:spPr>
          <a:xfrm>
            <a:off x="3781425" y="3029301"/>
            <a:ext cx="2381250" cy="990600"/>
          </a:xfrm>
          <a:prstGeom prst="roundRect">
            <a:avLst>
              <a:gd name="adj" fmla="val 7692"/>
            </a:avLst>
          </a:prstGeom>
          <a:solidFill>
            <a:srgbClr val="292B30"/>
          </a:solidFill>
          <a:ln w="9525">
            <a:solidFill>
              <a:srgbClr val="444952"/>
            </a:solidFill>
            <a:prstDash val="solid"/>
          </a:ln>
        </p:spPr>
      </p:sp>
      <p:sp>
        <p:nvSpPr>
          <p:cNvPr id="9" name="Rectángulo 8">
            <a:extLst>
              <a:ext uri="{FF2B5EF4-FFF2-40B4-BE49-F238E27FC236}">
                <a16:creationId xmlns:a16="http://schemas.microsoft.com/office/drawing/2014/main" id="{9890EA00-3444-4D47-B7C2-96DBFC435C3E}"/>
              </a:ext>
            </a:extLst>
          </p:cNvPr>
          <p:cNvSpPr>
            <a:spLocks noGrp="1"/>
          </p:cNvSpPr>
          <p:nvPr/>
        </p:nvSpPr>
        <p:spPr>
          <a:xfrm>
            <a:off x="3781425" y="3029301"/>
            <a:ext cx="47625" cy="990600"/>
          </a:xfrm>
          <a:prstGeom prst="rect">
            <a:avLst/>
          </a:prstGeom>
          <a:solidFill>
            <a:srgbClr val="2D7FF9"/>
          </a:solidFill>
          <a:ln w="0">
            <a:solidFill>
              <a:srgbClr val="2D7FF9"/>
            </a:solidFill>
            <a:prstDash val="solid"/>
          </a:ln>
        </p:spPr>
      </p:sp>
      <p:sp>
        <p:nvSpPr>
          <p:cNvPr id="10" name="Rectángulo 9">
            <a:extLst>
              <a:ext uri="{FF2B5EF4-FFF2-40B4-BE49-F238E27FC236}">
                <a16:creationId xmlns:a16="http://schemas.microsoft.com/office/drawing/2014/main" id="{9A283BB3-B6C6-463B-B41D-9E836D01261F}"/>
              </a:ext>
            </a:extLst>
          </p:cNvPr>
          <p:cNvSpPr>
            <a:spLocks noGrp="1"/>
          </p:cNvSpPr>
          <p:nvPr/>
        </p:nvSpPr>
        <p:spPr>
          <a:xfrm>
            <a:off x="3952875" y="3080105"/>
            <a:ext cx="20955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r>
              <a:rPr lang="es-ES_tradnl" b="1" dirty="0">
                <a:solidFill>
                  <a:schemeClr val="bg1"/>
                </a:solidFill>
              </a:rPr>
              <a:t>Diseño</a:t>
            </a:r>
          </a:p>
        </p:txBody>
      </p:sp>
      <p:sp>
        <p:nvSpPr>
          <p:cNvPr id="11" name="Rectángulo 10">
            <a:extLst>
              <a:ext uri="{FF2B5EF4-FFF2-40B4-BE49-F238E27FC236}">
                <a16:creationId xmlns:a16="http://schemas.microsoft.com/office/drawing/2014/main" id="{1D6EC483-A091-4062-9DC6-CA2D57060748}"/>
              </a:ext>
            </a:extLst>
          </p:cNvPr>
          <p:cNvSpPr>
            <a:spLocks noGrp="1"/>
          </p:cNvSpPr>
          <p:nvPr/>
        </p:nvSpPr>
        <p:spPr>
          <a:xfrm>
            <a:off x="3952875" y="3384905"/>
            <a:ext cx="205740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r>
              <a:rPr lang="es-ES_tradnl" sz="1200" dirty="0">
                <a:solidFill>
                  <a:srgbClr val="AEB4BF"/>
                </a:solidFill>
              </a:rPr>
              <a:t>Revisa datos anotados sin abrir múltiples fuentes.</a:t>
            </a:r>
          </a:p>
        </p:txBody>
      </p:sp>
      <p:sp>
        <p:nvSpPr>
          <p:cNvPr id="12" name="Rectángulo redondeado 11">
            <a:extLst>
              <a:ext uri="{FF2B5EF4-FFF2-40B4-BE49-F238E27FC236}">
                <a16:creationId xmlns:a16="http://schemas.microsoft.com/office/drawing/2014/main" id="{D6B94287-7CE9-4160-938A-E82C2991B378}"/>
              </a:ext>
            </a:extLst>
          </p:cNvPr>
          <p:cNvSpPr>
            <a:spLocks noGrp="1"/>
          </p:cNvSpPr>
          <p:nvPr/>
        </p:nvSpPr>
        <p:spPr>
          <a:xfrm>
            <a:off x="6638925" y="3029301"/>
            <a:ext cx="2381250" cy="990600"/>
          </a:xfrm>
          <a:prstGeom prst="roundRect">
            <a:avLst>
              <a:gd name="adj" fmla="val 7692"/>
            </a:avLst>
          </a:prstGeom>
          <a:solidFill>
            <a:srgbClr val="292B30"/>
          </a:solidFill>
          <a:ln w="9525">
            <a:solidFill>
              <a:srgbClr val="444952"/>
            </a:solidFill>
            <a:prstDash val="solid"/>
          </a:ln>
        </p:spPr>
      </p:sp>
      <p:sp>
        <p:nvSpPr>
          <p:cNvPr id="13" name="Rectángulo 12">
            <a:extLst>
              <a:ext uri="{FF2B5EF4-FFF2-40B4-BE49-F238E27FC236}">
                <a16:creationId xmlns:a16="http://schemas.microsoft.com/office/drawing/2014/main" id="{B2A77FA2-D01C-44AA-A6E8-F025B92B62EC}"/>
              </a:ext>
            </a:extLst>
          </p:cNvPr>
          <p:cNvSpPr>
            <a:spLocks noGrp="1"/>
          </p:cNvSpPr>
          <p:nvPr/>
        </p:nvSpPr>
        <p:spPr>
          <a:xfrm>
            <a:off x="6638925" y="3029301"/>
            <a:ext cx="47625" cy="990600"/>
          </a:xfrm>
          <a:prstGeom prst="rect">
            <a:avLst/>
          </a:prstGeom>
          <a:solidFill>
            <a:srgbClr val="20B26B"/>
          </a:solidFill>
          <a:ln w="0">
            <a:solidFill>
              <a:srgbClr val="20B26B"/>
            </a:solidFill>
            <a:prstDash val="solid"/>
          </a:ln>
        </p:spPr>
      </p:sp>
      <p:sp>
        <p:nvSpPr>
          <p:cNvPr id="14" name="Rectángulo 13">
            <a:extLst>
              <a:ext uri="{FF2B5EF4-FFF2-40B4-BE49-F238E27FC236}">
                <a16:creationId xmlns:a16="http://schemas.microsoft.com/office/drawing/2014/main" id="{73E0DAD5-DD8B-4031-A740-AF62C32310E9}"/>
              </a:ext>
            </a:extLst>
          </p:cNvPr>
          <p:cNvSpPr>
            <a:spLocks noGrp="1"/>
          </p:cNvSpPr>
          <p:nvPr/>
        </p:nvSpPr>
        <p:spPr>
          <a:xfrm>
            <a:off x="6810375" y="3080105"/>
            <a:ext cx="20955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r>
              <a:rPr lang="es-ES_tradnl" b="1" dirty="0">
                <a:solidFill>
                  <a:schemeClr val="bg1"/>
                </a:solidFill>
              </a:rPr>
              <a:t>Seguimiento</a:t>
            </a:r>
          </a:p>
        </p:txBody>
      </p:sp>
      <p:sp>
        <p:nvSpPr>
          <p:cNvPr id="15" name="Rectángulo 14">
            <a:extLst>
              <a:ext uri="{FF2B5EF4-FFF2-40B4-BE49-F238E27FC236}">
                <a16:creationId xmlns:a16="http://schemas.microsoft.com/office/drawing/2014/main" id="{E40717E0-BBC4-4035-AB02-499D15BC2084}"/>
              </a:ext>
            </a:extLst>
          </p:cNvPr>
          <p:cNvSpPr>
            <a:spLocks noGrp="1"/>
          </p:cNvSpPr>
          <p:nvPr/>
        </p:nvSpPr>
        <p:spPr>
          <a:xfrm>
            <a:off x="6810375" y="3384905"/>
            <a:ext cx="205740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r>
              <a:rPr lang="es-ES_tradnl" sz="1200" dirty="0">
                <a:solidFill>
                  <a:srgbClr val="AEB4BF"/>
                </a:solidFill>
              </a:rPr>
              <a:t>Consulta </a:t>
            </a:r>
            <a:r>
              <a:rPr lang="es-ES_tradnl" sz="1200" dirty="0" err="1">
                <a:solidFill>
                  <a:srgbClr val="AEB4BF"/>
                </a:solidFill>
              </a:rPr>
              <a:t>path</a:t>
            </a:r>
            <a:r>
              <a:rPr lang="es-ES_tradnl" sz="1200" dirty="0">
                <a:solidFill>
                  <a:srgbClr val="AEB4BF"/>
                </a:solidFill>
              </a:rPr>
              <a:t>, fecha, clave e impreso.</a:t>
            </a:r>
          </a:p>
        </p:txBody>
      </p:sp>
      <p:sp>
        <p:nvSpPr>
          <p:cNvPr id="16" name="Rectángulo redondeado 15">
            <a:extLst>
              <a:ext uri="{FF2B5EF4-FFF2-40B4-BE49-F238E27FC236}">
                <a16:creationId xmlns:a16="http://schemas.microsoft.com/office/drawing/2014/main" id="{84F555C2-63D8-4949-98BB-8C7FEC3B7EDF}"/>
              </a:ext>
            </a:extLst>
          </p:cNvPr>
          <p:cNvSpPr>
            <a:spLocks noGrp="1"/>
          </p:cNvSpPr>
          <p:nvPr/>
        </p:nvSpPr>
        <p:spPr>
          <a:xfrm>
            <a:off x="9496425" y="3029301"/>
            <a:ext cx="2000250" cy="990600"/>
          </a:xfrm>
          <a:prstGeom prst="roundRect">
            <a:avLst>
              <a:gd name="adj" fmla="val 7692"/>
            </a:avLst>
          </a:prstGeom>
          <a:solidFill>
            <a:srgbClr val="292B30"/>
          </a:solidFill>
          <a:ln w="9525">
            <a:solidFill>
              <a:srgbClr val="444952"/>
            </a:solidFill>
            <a:prstDash val="solid"/>
          </a:ln>
        </p:spPr>
      </p:sp>
      <p:sp>
        <p:nvSpPr>
          <p:cNvPr id="17" name="Rectángulo 16">
            <a:extLst>
              <a:ext uri="{FF2B5EF4-FFF2-40B4-BE49-F238E27FC236}">
                <a16:creationId xmlns:a16="http://schemas.microsoft.com/office/drawing/2014/main" id="{5AF99CC5-5B6A-42D8-9B76-EBA5661EF653}"/>
              </a:ext>
            </a:extLst>
          </p:cNvPr>
          <p:cNvSpPr>
            <a:spLocks noGrp="1"/>
          </p:cNvSpPr>
          <p:nvPr/>
        </p:nvSpPr>
        <p:spPr>
          <a:xfrm>
            <a:off x="9496425" y="3029301"/>
            <a:ext cx="47625" cy="990600"/>
          </a:xfrm>
          <a:prstGeom prst="rect">
            <a:avLst/>
          </a:prstGeom>
          <a:solidFill>
            <a:srgbClr val="F3C747"/>
          </a:solidFill>
          <a:ln w="0">
            <a:solidFill>
              <a:srgbClr val="F3C747"/>
            </a:solidFill>
            <a:prstDash val="solid"/>
          </a:ln>
        </p:spPr>
      </p:sp>
      <p:sp>
        <p:nvSpPr>
          <p:cNvPr id="18" name="Rectángulo 17">
            <a:extLst>
              <a:ext uri="{FF2B5EF4-FFF2-40B4-BE49-F238E27FC236}">
                <a16:creationId xmlns:a16="http://schemas.microsoft.com/office/drawing/2014/main" id="{7BCB836E-5AF8-48AF-BD5A-B226063B57CC}"/>
              </a:ext>
            </a:extLst>
          </p:cNvPr>
          <p:cNvSpPr>
            <a:spLocks noGrp="1"/>
          </p:cNvSpPr>
          <p:nvPr/>
        </p:nvSpPr>
        <p:spPr>
          <a:xfrm>
            <a:off x="9667875" y="3080105"/>
            <a:ext cx="17145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r>
              <a:rPr lang="es-ES_tradnl" b="1" dirty="0">
                <a:solidFill>
                  <a:schemeClr val="bg1"/>
                </a:solidFill>
              </a:rPr>
              <a:t>Control</a:t>
            </a:r>
          </a:p>
        </p:txBody>
      </p:sp>
      <p:sp>
        <p:nvSpPr>
          <p:cNvPr id="19" name="Rectángulo 18">
            <a:extLst>
              <a:ext uri="{FF2B5EF4-FFF2-40B4-BE49-F238E27FC236}">
                <a16:creationId xmlns:a16="http://schemas.microsoft.com/office/drawing/2014/main" id="{4AA10D1E-1BF5-4D36-9191-68EEC05CB9EA}"/>
              </a:ext>
            </a:extLst>
          </p:cNvPr>
          <p:cNvSpPr>
            <a:spLocks noGrp="1"/>
          </p:cNvSpPr>
          <p:nvPr/>
        </p:nvSpPr>
        <p:spPr>
          <a:xfrm>
            <a:off x="9667875" y="3384905"/>
            <a:ext cx="167640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r>
              <a:rPr lang="es-ES_tradnl" sz="1200" dirty="0">
                <a:solidFill>
                  <a:srgbClr val="AEB4BF"/>
                </a:solidFill>
              </a:rPr>
              <a:t>Evita duplicados con clave UNIQUE.</a:t>
            </a:r>
          </a:p>
        </p:txBody>
      </p:sp>
      <p:sp>
        <p:nvSpPr>
          <p:cNvPr id="26" name="Rectángulo 25">
            <a:extLst>
              <a:ext uri="{FF2B5EF4-FFF2-40B4-BE49-F238E27FC236}">
                <a16:creationId xmlns:a16="http://schemas.microsoft.com/office/drawing/2014/main" id="{950AE0FC-5943-49F6-9A64-F46725461993}"/>
              </a:ext>
            </a:extLst>
          </p:cNvPr>
          <p:cNvSpPr>
            <a:spLocks noGrp="1"/>
          </p:cNvSpPr>
          <p:nvPr/>
        </p:nvSpPr>
        <p:spPr>
          <a:xfrm>
            <a:off x="533400" y="6515100"/>
            <a:ext cx="34290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/>
          <a:lstStyle/>
          <a:p>
            <a:pPr algn="l">
              <a:lnSpc>
                <a:spcPct val="108000"/>
              </a:lnSpc>
              <a:buNone/>
              <a:defRPr sz="675" b="0">
                <a:solidFill>
                  <a:srgbClr val="7D8592"/>
                </a:solidFill>
                <a:latin typeface="Calibri"/>
                <a:ea typeface="Calibri"/>
                <a:cs typeface="Calibri"/>
              </a:defRPr>
            </a:pPr>
            <a:r>
              <a:rPr lang="es-ES_tradnl" sz="675" b="0">
                <a:solidFill>
                  <a:srgbClr val="7D8592"/>
                </a:solidFill>
                <a:latin typeface="Calibri"/>
                <a:ea typeface="Calibri"/>
                <a:cs typeface="Calibri"/>
              </a:rPr>
              <a:t>RMC Control System | RMC MockupTool</a:t>
            </a:r>
          </a:p>
        </p:txBody>
      </p:sp>
      <p:sp>
        <p:nvSpPr>
          <p:cNvPr id="27" name="Rectángulo 26">
            <a:extLst>
              <a:ext uri="{FF2B5EF4-FFF2-40B4-BE49-F238E27FC236}">
                <a16:creationId xmlns:a16="http://schemas.microsoft.com/office/drawing/2014/main" id="{1B457B12-C058-4BBA-AD29-5C6F9CFA5AA8}"/>
              </a:ext>
            </a:extLst>
          </p:cNvPr>
          <p:cNvSpPr>
            <a:spLocks noGrp="1"/>
          </p:cNvSpPr>
          <p:nvPr/>
        </p:nvSpPr>
        <p:spPr>
          <a:xfrm>
            <a:off x="11334750" y="6496050"/>
            <a:ext cx="3238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/>
          <a:lstStyle/>
          <a:p>
            <a:pPr algn="r">
              <a:lnSpc>
                <a:spcPct val="108000"/>
              </a:lnSpc>
              <a:buNone/>
              <a:defRPr sz="750" b="0">
                <a:solidFill>
                  <a:srgbClr val="7D8592"/>
                </a:solidFill>
                <a:latin typeface="Calibri"/>
                <a:ea typeface="Calibri"/>
                <a:cs typeface="Calibri"/>
              </a:defRPr>
            </a:pPr>
            <a:r>
              <a:rPr lang="es-ES_tradnl" sz="750" b="0">
                <a:solidFill>
                  <a:srgbClr val="7D8592"/>
                </a:solidFill>
                <a:latin typeface="Calibri"/>
                <a:ea typeface="Calibri"/>
                <a:cs typeface="Calibri"/>
              </a:rP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1888519977"/>
      </p:ext>
    </p:extLst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744</TotalTime>
  <Words>1220</Words>
  <Application>Microsoft Macintosh PowerPoint</Application>
  <DocSecurity>0</DocSecurity>
  <PresentationFormat>Panorámica</PresentationFormat>
  <Paragraphs>171</Paragraphs>
  <Slides>9</Slides>
  <Notes>9</Notes>
  <HiddenSlides>0</HiddenSlides>
  <MMClips>0</MMClips>
  <ScaleCrop>false</ScaleCrop>
  <HeadingPairs>
    <vt:vector size="6" baseType="variant">
      <vt:variant>
        <vt:lpstr>Fuentes usadas</vt:lpstr>
      </vt:variant>
      <vt:variant>
        <vt:i4>1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9</vt:i4>
      </vt:variant>
    </vt:vector>
  </HeadingPairs>
  <TitlesOfParts>
    <vt:vector size="11" baseType="lpstr">
      <vt:lpstr>Calibri</vt:lpstr>
      <vt:lpstr>ChatGPT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RMLSUB1</cp:lastModifiedBy>
  <cp:revision>16</cp:revision>
  <dcterms:created xsi:type="dcterms:W3CDTF">2026-07-08T22:05:05Z</dcterms:created>
  <dcterms:modified xsi:type="dcterms:W3CDTF">2026-07-15T14:58:42Z</dcterms:modified>
</cp:coreProperties>
</file>